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18"/>
  </p:notesMasterIdLst>
  <p:sldIdLst>
    <p:sldId id="256" r:id="rId2"/>
    <p:sldId id="257" r:id="rId3"/>
    <p:sldId id="260" r:id="rId4"/>
    <p:sldId id="261" r:id="rId5"/>
    <p:sldId id="262" r:id="rId6"/>
    <p:sldId id="263" r:id="rId7"/>
    <p:sldId id="264" r:id="rId8"/>
    <p:sldId id="271" r:id="rId9"/>
    <p:sldId id="269" r:id="rId10"/>
    <p:sldId id="270" r:id="rId11"/>
    <p:sldId id="265" r:id="rId12"/>
    <p:sldId id="266" r:id="rId13"/>
    <p:sldId id="267" r:id="rId14"/>
    <p:sldId id="268" r:id="rId15"/>
    <p:sldId id="258" r:id="rId16"/>
    <p:sldId id="25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94641" autoAdjust="0"/>
  </p:normalViewPr>
  <p:slideViewPr>
    <p:cSldViewPr snapToGrid="0">
      <p:cViewPr varScale="1">
        <p:scale>
          <a:sx n="75" d="100"/>
          <a:sy n="75" d="100"/>
        </p:scale>
        <p:origin x="739" y="43"/>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svg"/><Relationship Id="rId1" Type="http://schemas.openxmlformats.org/officeDocument/2006/relationships/image" Target="../media/image11.png"/><Relationship Id="rId6" Type="http://schemas.openxmlformats.org/officeDocument/2006/relationships/image" Target="../media/image16.sv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FB483F-9BB8-4493-9CCA-ACFE6D4064D6}" type="doc">
      <dgm:prSet loTypeId="urn:microsoft.com/office/officeart/2008/layout/LinedList" loCatId="list" qsTypeId="urn:microsoft.com/office/officeart/2005/8/quickstyle/simple5" qsCatId="simple" csTypeId="urn:microsoft.com/office/officeart/2005/8/colors/accent0_3" csCatId="mainScheme"/>
      <dgm:spPr/>
      <dgm:t>
        <a:bodyPr/>
        <a:lstStyle/>
        <a:p>
          <a:endParaRPr lang="en-US"/>
        </a:p>
      </dgm:t>
    </dgm:pt>
    <dgm:pt modelId="{D0334EA0-D763-41F0-AD85-F141A3260304}">
      <dgm:prSet/>
      <dgm:spPr/>
      <dgm:t>
        <a:bodyPr/>
        <a:lstStyle/>
        <a:p>
          <a:r>
            <a:rPr lang="en-US" b="1"/>
            <a:t>Programming Languages :</a:t>
          </a:r>
          <a:r>
            <a:rPr lang="en-US"/>
            <a:t>  Python, JavaScript</a:t>
          </a:r>
        </a:p>
      </dgm:t>
    </dgm:pt>
    <dgm:pt modelId="{A0BE2B77-1031-4298-BF48-53049E7CE5DC}" type="parTrans" cxnId="{8E90D61C-6361-47E1-80C4-A96C8FCAF1FF}">
      <dgm:prSet/>
      <dgm:spPr/>
      <dgm:t>
        <a:bodyPr/>
        <a:lstStyle/>
        <a:p>
          <a:endParaRPr lang="en-US"/>
        </a:p>
      </dgm:t>
    </dgm:pt>
    <dgm:pt modelId="{1F06ECA2-8EF5-4489-B619-4657B529310F}" type="sibTrans" cxnId="{8E90D61C-6361-47E1-80C4-A96C8FCAF1FF}">
      <dgm:prSet/>
      <dgm:spPr/>
      <dgm:t>
        <a:bodyPr/>
        <a:lstStyle/>
        <a:p>
          <a:endParaRPr lang="en-US"/>
        </a:p>
      </dgm:t>
    </dgm:pt>
    <dgm:pt modelId="{E17E6BB0-0CE6-449F-8556-D9A11D72E57E}">
      <dgm:prSet/>
      <dgm:spPr/>
      <dgm:t>
        <a:bodyPr/>
        <a:lstStyle/>
        <a:p>
          <a:r>
            <a:rPr lang="en-US" b="1"/>
            <a:t>Visualisation :</a:t>
          </a:r>
          <a:r>
            <a:rPr lang="en-US"/>
            <a:t> PowerBi</a:t>
          </a:r>
        </a:p>
      </dgm:t>
    </dgm:pt>
    <dgm:pt modelId="{EECCB87C-9CBA-4731-8290-A6D14557DF41}" type="parTrans" cxnId="{260DD33F-4B05-43BE-A125-CC1687AF50FE}">
      <dgm:prSet/>
      <dgm:spPr/>
      <dgm:t>
        <a:bodyPr/>
        <a:lstStyle/>
        <a:p>
          <a:endParaRPr lang="en-US"/>
        </a:p>
      </dgm:t>
    </dgm:pt>
    <dgm:pt modelId="{C7AC2CF8-91DA-4135-AA9B-DEF3FA013843}" type="sibTrans" cxnId="{260DD33F-4B05-43BE-A125-CC1687AF50FE}">
      <dgm:prSet/>
      <dgm:spPr/>
      <dgm:t>
        <a:bodyPr/>
        <a:lstStyle/>
        <a:p>
          <a:endParaRPr lang="en-US"/>
        </a:p>
      </dgm:t>
    </dgm:pt>
    <dgm:pt modelId="{DAAF64B5-8752-44F4-A1EE-89324CB5AF9F}">
      <dgm:prSet/>
      <dgm:spPr/>
      <dgm:t>
        <a:bodyPr/>
        <a:lstStyle/>
        <a:p>
          <a:r>
            <a:rPr lang="en-US" b="1"/>
            <a:t>Web Framework :</a:t>
          </a:r>
          <a:r>
            <a:rPr lang="en-US"/>
            <a:t> React</a:t>
          </a:r>
        </a:p>
      </dgm:t>
    </dgm:pt>
    <dgm:pt modelId="{D52C2CD7-74D3-4111-9B5C-1D8BDED2E3A0}" type="parTrans" cxnId="{FAEFE4C5-B2ED-413C-8C45-AF8FAD073302}">
      <dgm:prSet/>
      <dgm:spPr/>
      <dgm:t>
        <a:bodyPr/>
        <a:lstStyle/>
        <a:p>
          <a:endParaRPr lang="en-US"/>
        </a:p>
      </dgm:t>
    </dgm:pt>
    <dgm:pt modelId="{7896680D-B685-41EF-A515-31D3BDDA75B0}" type="sibTrans" cxnId="{FAEFE4C5-B2ED-413C-8C45-AF8FAD073302}">
      <dgm:prSet/>
      <dgm:spPr/>
      <dgm:t>
        <a:bodyPr/>
        <a:lstStyle/>
        <a:p>
          <a:endParaRPr lang="en-US"/>
        </a:p>
      </dgm:t>
    </dgm:pt>
    <dgm:pt modelId="{BD0BF4F6-864A-454C-9373-687F19B1344F}">
      <dgm:prSet/>
      <dgm:spPr/>
      <dgm:t>
        <a:bodyPr/>
        <a:lstStyle/>
        <a:p>
          <a:r>
            <a:rPr lang="en-US" b="1"/>
            <a:t>Frontend Technologies : </a:t>
          </a:r>
          <a:r>
            <a:rPr lang="en-US"/>
            <a:t>React, css, Bootstrap, JavaScript</a:t>
          </a:r>
        </a:p>
      </dgm:t>
    </dgm:pt>
    <dgm:pt modelId="{B4145D63-1E06-48F1-A015-3A9CD63A64C5}" type="parTrans" cxnId="{2249A145-ECE7-414B-B6BD-AFAE1B6764CC}">
      <dgm:prSet/>
      <dgm:spPr/>
      <dgm:t>
        <a:bodyPr/>
        <a:lstStyle/>
        <a:p>
          <a:endParaRPr lang="en-US"/>
        </a:p>
      </dgm:t>
    </dgm:pt>
    <dgm:pt modelId="{A0AF3011-86C6-4BF4-ABC1-DC0AB5445E35}" type="sibTrans" cxnId="{2249A145-ECE7-414B-B6BD-AFAE1B6764CC}">
      <dgm:prSet/>
      <dgm:spPr/>
      <dgm:t>
        <a:bodyPr/>
        <a:lstStyle/>
        <a:p>
          <a:endParaRPr lang="en-US"/>
        </a:p>
      </dgm:t>
    </dgm:pt>
    <dgm:pt modelId="{E9AA9D1A-BA43-49B0-AA87-F8775AF54260}">
      <dgm:prSet/>
      <dgm:spPr/>
      <dgm:t>
        <a:bodyPr/>
        <a:lstStyle/>
        <a:p>
          <a:r>
            <a:rPr lang="en-US" b="1"/>
            <a:t>Development Tools :</a:t>
          </a:r>
          <a:r>
            <a:rPr lang="en-US"/>
            <a:t>  Kaggle, Jupyter Notebook, VS Code</a:t>
          </a:r>
        </a:p>
      </dgm:t>
    </dgm:pt>
    <dgm:pt modelId="{B8AC1115-4876-4BE8-9723-FF004320B3B0}" type="parTrans" cxnId="{1C49C0C0-B90E-438D-89D0-29F7C7880A67}">
      <dgm:prSet/>
      <dgm:spPr/>
      <dgm:t>
        <a:bodyPr/>
        <a:lstStyle/>
        <a:p>
          <a:endParaRPr lang="en-US"/>
        </a:p>
      </dgm:t>
    </dgm:pt>
    <dgm:pt modelId="{06935D79-6062-421F-800F-9FF2E7AE219D}" type="sibTrans" cxnId="{1C49C0C0-B90E-438D-89D0-29F7C7880A67}">
      <dgm:prSet/>
      <dgm:spPr/>
      <dgm:t>
        <a:bodyPr/>
        <a:lstStyle/>
        <a:p>
          <a:endParaRPr lang="en-US"/>
        </a:p>
      </dgm:t>
    </dgm:pt>
    <dgm:pt modelId="{1BA8408E-9675-495C-B8F9-23B877F14C13}">
      <dgm:prSet/>
      <dgm:spPr/>
      <dgm:t>
        <a:bodyPr/>
        <a:lstStyle/>
        <a:p>
          <a:r>
            <a:rPr lang="en-US" b="1"/>
            <a:t>Model Deployment :</a:t>
          </a:r>
          <a:r>
            <a:rPr lang="en-US"/>
            <a:t> Agile / Iterative Development Model</a:t>
          </a:r>
        </a:p>
      </dgm:t>
    </dgm:pt>
    <dgm:pt modelId="{E123B147-0AD5-470F-8397-A152309AE7F0}" type="parTrans" cxnId="{886CF4A4-B31A-4051-87FA-3335AF05071B}">
      <dgm:prSet/>
      <dgm:spPr/>
      <dgm:t>
        <a:bodyPr/>
        <a:lstStyle/>
        <a:p>
          <a:endParaRPr lang="en-US"/>
        </a:p>
      </dgm:t>
    </dgm:pt>
    <dgm:pt modelId="{B68FD4C8-BE0A-44BF-99EE-8DB02D9E69A3}" type="sibTrans" cxnId="{886CF4A4-B31A-4051-87FA-3335AF05071B}">
      <dgm:prSet/>
      <dgm:spPr/>
      <dgm:t>
        <a:bodyPr/>
        <a:lstStyle/>
        <a:p>
          <a:endParaRPr lang="en-US"/>
        </a:p>
      </dgm:t>
    </dgm:pt>
    <dgm:pt modelId="{9B112377-9098-4BF8-BE5F-88F402F4AD86}" type="pres">
      <dgm:prSet presAssocID="{A4FB483F-9BB8-4493-9CCA-ACFE6D4064D6}" presName="vert0" presStyleCnt="0">
        <dgm:presLayoutVars>
          <dgm:dir/>
          <dgm:animOne val="branch"/>
          <dgm:animLvl val="lvl"/>
        </dgm:presLayoutVars>
      </dgm:prSet>
      <dgm:spPr/>
    </dgm:pt>
    <dgm:pt modelId="{85DFEE51-6EE5-419F-A692-24019719F733}" type="pres">
      <dgm:prSet presAssocID="{D0334EA0-D763-41F0-AD85-F141A3260304}" presName="thickLine" presStyleLbl="alignNode1" presStyleIdx="0" presStyleCnt="6"/>
      <dgm:spPr/>
    </dgm:pt>
    <dgm:pt modelId="{D2500573-70FB-46B7-9CF4-9ECC7F7E9073}" type="pres">
      <dgm:prSet presAssocID="{D0334EA0-D763-41F0-AD85-F141A3260304}" presName="horz1" presStyleCnt="0"/>
      <dgm:spPr/>
    </dgm:pt>
    <dgm:pt modelId="{7F82C1D4-11A0-4E0F-A8F0-B194DF4556CA}" type="pres">
      <dgm:prSet presAssocID="{D0334EA0-D763-41F0-AD85-F141A3260304}" presName="tx1" presStyleLbl="revTx" presStyleIdx="0" presStyleCnt="6"/>
      <dgm:spPr/>
    </dgm:pt>
    <dgm:pt modelId="{7229F52B-DF01-403A-9DD8-0FF3288FA26E}" type="pres">
      <dgm:prSet presAssocID="{D0334EA0-D763-41F0-AD85-F141A3260304}" presName="vert1" presStyleCnt="0"/>
      <dgm:spPr/>
    </dgm:pt>
    <dgm:pt modelId="{F9AD662E-5CFB-43C5-8948-C338783F8692}" type="pres">
      <dgm:prSet presAssocID="{E17E6BB0-0CE6-449F-8556-D9A11D72E57E}" presName="thickLine" presStyleLbl="alignNode1" presStyleIdx="1" presStyleCnt="6"/>
      <dgm:spPr/>
    </dgm:pt>
    <dgm:pt modelId="{E380B6A2-C647-4DFF-8725-AB52D2502F07}" type="pres">
      <dgm:prSet presAssocID="{E17E6BB0-0CE6-449F-8556-D9A11D72E57E}" presName="horz1" presStyleCnt="0"/>
      <dgm:spPr/>
    </dgm:pt>
    <dgm:pt modelId="{BB8704D8-BEE0-4C6D-9935-3E4F48FA74A7}" type="pres">
      <dgm:prSet presAssocID="{E17E6BB0-0CE6-449F-8556-D9A11D72E57E}" presName="tx1" presStyleLbl="revTx" presStyleIdx="1" presStyleCnt="6"/>
      <dgm:spPr/>
    </dgm:pt>
    <dgm:pt modelId="{D6D545BB-1C9D-4506-BF8C-298F59214B61}" type="pres">
      <dgm:prSet presAssocID="{E17E6BB0-0CE6-449F-8556-D9A11D72E57E}" presName="vert1" presStyleCnt="0"/>
      <dgm:spPr/>
    </dgm:pt>
    <dgm:pt modelId="{59843B7D-CFDD-4FB0-9E27-897E3881A458}" type="pres">
      <dgm:prSet presAssocID="{DAAF64B5-8752-44F4-A1EE-89324CB5AF9F}" presName="thickLine" presStyleLbl="alignNode1" presStyleIdx="2" presStyleCnt="6"/>
      <dgm:spPr/>
    </dgm:pt>
    <dgm:pt modelId="{98A8F30D-4605-4D58-80FD-B344F51054B4}" type="pres">
      <dgm:prSet presAssocID="{DAAF64B5-8752-44F4-A1EE-89324CB5AF9F}" presName="horz1" presStyleCnt="0"/>
      <dgm:spPr/>
    </dgm:pt>
    <dgm:pt modelId="{7E4D53F3-D45E-4DD9-BF46-B0A4AC8A126D}" type="pres">
      <dgm:prSet presAssocID="{DAAF64B5-8752-44F4-A1EE-89324CB5AF9F}" presName="tx1" presStyleLbl="revTx" presStyleIdx="2" presStyleCnt="6"/>
      <dgm:spPr/>
    </dgm:pt>
    <dgm:pt modelId="{870375F8-A6DD-42B0-B04D-C3A7CBFEBE89}" type="pres">
      <dgm:prSet presAssocID="{DAAF64B5-8752-44F4-A1EE-89324CB5AF9F}" presName="vert1" presStyleCnt="0"/>
      <dgm:spPr/>
    </dgm:pt>
    <dgm:pt modelId="{87DE9C61-AD78-44E9-9330-09D16C4A8057}" type="pres">
      <dgm:prSet presAssocID="{BD0BF4F6-864A-454C-9373-687F19B1344F}" presName="thickLine" presStyleLbl="alignNode1" presStyleIdx="3" presStyleCnt="6"/>
      <dgm:spPr/>
    </dgm:pt>
    <dgm:pt modelId="{39757BE5-D3A9-42A9-8198-91A03F011D5C}" type="pres">
      <dgm:prSet presAssocID="{BD0BF4F6-864A-454C-9373-687F19B1344F}" presName="horz1" presStyleCnt="0"/>
      <dgm:spPr/>
    </dgm:pt>
    <dgm:pt modelId="{7A144573-19F5-432B-A881-DE20FE00BCAF}" type="pres">
      <dgm:prSet presAssocID="{BD0BF4F6-864A-454C-9373-687F19B1344F}" presName="tx1" presStyleLbl="revTx" presStyleIdx="3" presStyleCnt="6"/>
      <dgm:spPr/>
    </dgm:pt>
    <dgm:pt modelId="{CC598923-4B2E-460A-89CC-099AE2F425BE}" type="pres">
      <dgm:prSet presAssocID="{BD0BF4F6-864A-454C-9373-687F19B1344F}" presName="vert1" presStyleCnt="0"/>
      <dgm:spPr/>
    </dgm:pt>
    <dgm:pt modelId="{8EFA31F7-D705-494F-8AF1-128F609CAB1D}" type="pres">
      <dgm:prSet presAssocID="{E9AA9D1A-BA43-49B0-AA87-F8775AF54260}" presName="thickLine" presStyleLbl="alignNode1" presStyleIdx="4" presStyleCnt="6"/>
      <dgm:spPr/>
    </dgm:pt>
    <dgm:pt modelId="{0EE827D6-F805-4E81-A6E6-B17958395711}" type="pres">
      <dgm:prSet presAssocID="{E9AA9D1A-BA43-49B0-AA87-F8775AF54260}" presName="horz1" presStyleCnt="0"/>
      <dgm:spPr/>
    </dgm:pt>
    <dgm:pt modelId="{753D4F8F-FC33-4CC9-BFA0-6A61B63BD5E0}" type="pres">
      <dgm:prSet presAssocID="{E9AA9D1A-BA43-49B0-AA87-F8775AF54260}" presName="tx1" presStyleLbl="revTx" presStyleIdx="4" presStyleCnt="6"/>
      <dgm:spPr/>
    </dgm:pt>
    <dgm:pt modelId="{9ECF9BFA-5AD1-47E5-BC38-0BDBF1BB3451}" type="pres">
      <dgm:prSet presAssocID="{E9AA9D1A-BA43-49B0-AA87-F8775AF54260}" presName="vert1" presStyleCnt="0"/>
      <dgm:spPr/>
    </dgm:pt>
    <dgm:pt modelId="{3D32985E-0B04-456E-9FF6-62BE43993D27}" type="pres">
      <dgm:prSet presAssocID="{1BA8408E-9675-495C-B8F9-23B877F14C13}" presName="thickLine" presStyleLbl="alignNode1" presStyleIdx="5" presStyleCnt="6"/>
      <dgm:spPr/>
    </dgm:pt>
    <dgm:pt modelId="{748CB12B-D3A7-4B9F-B756-49C0BE5167F8}" type="pres">
      <dgm:prSet presAssocID="{1BA8408E-9675-495C-B8F9-23B877F14C13}" presName="horz1" presStyleCnt="0"/>
      <dgm:spPr/>
    </dgm:pt>
    <dgm:pt modelId="{524BCBBD-AD26-4291-A94D-A30F1C779896}" type="pres">
      <dgm:prSet presAssocID="{1BA8408E-9675-495C-B8F9-23B877F14C13}" presName="tx1" presStyleLbl="revTx" presStyleIdx="5" presStyleCnt="6"/>
      <dgm:spPr/>
    </dgm:pt>
    <dgm:pt modelId="{875DFA22-721D-49E4-9B9B-5AD2618B2F72}" type="pres">
      <dgm:prSet presAssocID="{1BA8408E-9675-495C-B8F9-23B877F14C13}" presName="vert1" presStyleCnt="0"/>
      <dgm:spPr/>
    </dgm:pt>
  </dgm:ptLst>
  <dgm:cxnLst>
    <dgm:cxn modelId="{F366B80C-6579-4B57-9B75-B0C3BA4C7F0E}" type="presOf" srcId="{DAAF64B5-8752-44F4-A1EE-89324CB5AF9F}" destId="{7E4D53F3-D45E-4DD9-BF46-B0A4AC8A126D}" srcOrd="0" destOrd="0" presId="urn:microsoft.com/office/officeart/2008/layout/LinedList"/>
    <dgm:cxn modelId="{37870B13-EC78-4EF7-8236-F10216F55B0B}" type="presOf" srcId="{A4FB483F-9BB8-4493-9CCA-ACFE6D4064D6}" destId="{9B112377-9098-4BF8-BE5F-88F402F4AD86}" srcOrd="0" destOrd="0" presId="urn:microsoft.com/office/officeart/2008/layout/LinedList"/>
    <dgm:cxn modelId="{65A35815-E318-4899-AACB-2C0761C53154}" type="presOf" srcId="{E17E6BB0-0CE6-449F-8556-D9A11D72E57E}" destId="{BB8704D8-BEE0-4C6D-9935-3E4F48FA74A7}" srcOrd="0" destOrd="0" presId="urn:microsoft.com/office/officeart/2008/layout/LinedList"/>
    <dgm:cxn modelId="{8E90D61C-6361-47E1-80C4-A96C8FCAF1FF}" srcId="{A4FB483F-9BB8-4493-9CCA-ACFE6D4064D6}" destId="{D0334EA0-D763-41F0-AD85-F141A3260304}" srcOrd="0" destOrd="0" parTransId="{A0BE2B77-1031-4298-BF48-53049E7CE5DC}" sibTransId="{1F06ECA2-8EF5-4489-B619-4657B529310F}"/>
    <dgm:cxn modelId="{6491B531-A65F-424B-995C-5675AC2E6ECE}" type="presOf" srcId="{BD0BF4F6-864A-454C-9373-687F19B1344F}" destId="{7A144573-19F5-432B-A881-DE20FE00BCAF}" srcOrd="0" destOrd="0" presId="urn:microsoft.com/office/officeart/2008/layout/LinedList"/>
    <dgm:cxn modelId="{260DD33F-4B05-43BE-A125-CC1687AF50FE}" srcId="{A4FB483F-9BB8-4493-9CCA-ACFE6D4064D6}" destId="{E17E6BB0-0CE6-449F-8556-D9A11D72E57E}" srcOrd="1" destOrd="0" parTransId="{EECCB87C-9CBA-4731-8290-A6D14557DF41}" sibTransId="{C7AC2CF8-91DA-4135-AA9B-DEF3FA013843}"/>
    <dgm:cxn modelId="{2249A145-ECE7-414B-B6BD-AFAE1B6764CC}" srcId="{A4FB483F-9BB8-4493-9CCA-ACFE6D4064D6}" destId="{BD0BF4F6-864A-454C-9373-687F19B1344F}" srcOrd="3" destOrd="0" parTransId="{B4145D63-1E06-48F1-A015-3A9CD63A64C5}" sibTransId="{A0AF3011-86C6-4BF4-ABC1-DC0AB5445E35}"/>
    <dgm:cxn modelId="{27D82082-EACF-469A-8FFA-E62DDB9B430E}" type="presOf" srcId="{E9AA9D1A-BA43-49B0-AA87-F8775AF54260}" destId="{753D4F8F-FC33-4CC9-BFA0-6A61B63BD5E0}" srcOrd="0" destOrd="0" presId="urn:microsoft.com/office/officeart/2008/layout/LinedList"/>
    <dgm:cxn modelId="{41436288-9C02-40BC-B1F5-920FBD795035}" type="presOf" srcId="{1BA8408E-9675-495C-B8F9-23B877F14C13}" destId="{524BCBBD-AD26-4291-A94D-A30F1C779896}" srcOrd="0" destOrd="0" presId="urn:microsoft.com/office/officeart/2008/layout/LinedList"/>
    <dgm:cxn modelId="{886CF4A4-B31A-4051-87FA-3335AF05071B}" srcId="{A4FB483F-9BB8-4493-9CCA-ACFE6D4064D6}" destId="{1BA8408E-9675-495C-B8F9-23B877F14C13}" srcOrd="5" destOrd="0" parTransId="{E123B147-0AD5-470F-8397-A152309AE7F0}" sibTransId="{B68FD4C8-BE0A-44BF-99EE-8DB02D9E69A3}"/>
    <dgm:cxn modelId="{1C49C0C0-B90E-438D-89D0-29F7C7880A67}" srcId="{A4FB483F-9BB8-4493-9CCA-ACFE6D4064D6}" destId="{E9AA9D1A-BA43-49B0-AA87-F8775AF54260}" srcOrd="4" destOrd="0" parTransId="{B8AC1115-4876-4BE8-9723-FF004320B3B0}" sibTransId="{06935D79-6062-421F-800F-9FF2E7AE219D}"/>
    <dgm:cxn modelId="{FAEFE4C5-B2ED-413C-8C45-AF8FAD073302}" srcId="{A4FB483F-9BB8-4493-9CCA-ACFE6D4064D6}" destId="{DAAF64B5-8752-44F4-A1EE-89324CB5AF9F}" srcOrd="2" destOrd="0" parTransId="{D52C2CD7-74D3-4111-9B5C-1D8BDED2E3A0}" sibTransId="{7896680D-B685-41EF-A515-31D3BDDA75B0}"/>
    <dgm:cxn modelId="{D9E61DCD-C121-464D-A38E-D08050CFF2F2}" type="presOf" srcId="{D0334EA0-D763-41F0-AD85-F141A3260304}" destId="{7F82C1D4-11A0-4E0F-A8F0-B194DF4556CA}" srcOrd="0" destOrd="0" presId="urn:microsoft.com/office/officeart/2008/layout/LinedList"/>
    <dgm:cxn modelId="{7273F5B7-7744-497D-80B0-52452E0DA6BB}" type="presParOf" srcId="{9B112377-9098-4BF8-BE5F-88F402F4AD86}" destId="{85DFEE51-6EE5-419F-A692-24019719F733}" srcOrd="0" destOrd="0" presId="urn:microsoft.com/office/officeart/2008/layout/LinedList"/>
    <dgm:cxn modelId="{3E36720A-5E65-450B-B405-66769100A4A7}" type="presParOf" srcId="{9B112377-9098-4BF8-BE5F-88F402F4AD86}" destId="{D2500573-70FB-46B7-9CF4-9ECC7F7E9073}" srcOrd="1" destOrd="0" presId="urn:microsoft.com/office/officeart/2008/layout/LinedList"/>
    <dgm:cxn modelId="{9112494C-C368-40EE-B3EA-6E1BC1BDB4FC}" type="presParOf" srcId="{D2500573-70FB-46B7-9CF4-9ECC7F7E9073}" destId="{7F82C1D4-11A0-4E0F-A8F0-B194DF4556CA}" srcOrd="0" destOrd="0" presId="urn:microsoft.com/office/officeart/2008/layout/LinedList"/>
    <dgm:cxn modelId="{ACC206C5-A01F-4D7B-A4C9-E1D395971F5F}" type="presParOf" srcId="{D2500573-70FB-46B7-9CF4-9ECC7F7E9073}" destId="{7229F52B-DF01-403A-9DD8-0FF3288FA26E}" srcOrd="1" destOrd="0" presId="urn:microsoft.com/office/officeart/2008/layout/LinedList"/>
    <dgm:cxn modelId="{E144D0CA-F4BD-45BA-A013-886B901EEE22}" type="presParOf" srcId="{9B112377-9098-4BF8-BE5F-88F402F4AD86}" destId="{F9AD662E-5CFB-43C5-8948-C338783F8692}" srcOrd="2" destOrd="0" presId="urn:microsoft.com/office/officeart/2008/layout/LinedList"/>
    <dgm:cxn modelId="{BB2E3FA2-9632-441F-80CA-6506F5D64140}" type="presParOf" srcId="{9B112377-9098-4BF8-BE5F-88F402F4AD86}" destId="{E380B6A2-C647-4DFF-8725-AB52D2502F07}" srcOrd="3" destOrd="0" presId="urn:microsoft.com/office/officeart/2008/layout/LinedList"/>
    <dgm:cxn modelId="{24B9E034-2076-445C-A162-A14CA6233346}" type="presParOf" srcId="{E380B6A2-C647-4DFF-8725-AB52D2502F07}" destId="{BB8704D8-BEE0-4C6D-9935-3E4F48FA74A7}" srcOrd="0" destOrd="0" presId="urn:microsoft.com/office/officeart/2008/layout/LinedList"/>
    <dgm:cxn modelId="{47C80EAB-F18A-41AF-A2A8-F15330DC4E1C}" type="presParOf" srcId="{E380B6A2-C647-4DFF-8725-AB52D2502F07}" destId="{D6D545BB-1C9D-4506-BF8C-298F59214B61}" srcOrd="1" destOrd="0" presId="urn:microsoft.com/office/officeart/2008/layout/LinedList"/>
    <dgm:cxn modelId="{D741341A-2460-4AD4-AFFD-B386C0F72BD9}" type="presParOf" srcId="{9B112377-9098-4BF8-BE5F-88F402F4AD86}" destId="{59843B7D-CFDD-4FB0-9E27-897E3881A458}" srcOrd="4" destOrd="0" presId="urn:microsoft.com/office/officeart/2008/layout/LinedList"/>
    <dgm:cxn modelId="{BB1BA16D-6F12-4265-B7D9-9C2A066C0BB2}" type="presParOf" srcId="{9B112377-9098-4BF8-BE5F-88F402F4AD86}" destId="{98A8F30D-4605-4D58-80FD-B344F51054B4}" srcOrd="5" destOrd="0" presId="urn:microsoft.com/office/officeart/2008/layout/LinedList"/>
    <dgm:cxn modelId="{4AAE0DDE-95A2-4FD1-BAB8-5E943694BCFC}" type="presParOf" srcId="{98A8F30D-4605-4D58-80FD-B344F51054B4}" destId="{7E4D53F3-D45E-4DD9-BF46-B0A4AC8A126D}" srcOrd="0" destOrd="0" presId="urn:microsoft.com/office/officeart/2008/layout/LinedList"/>
    <dgm:cxn modelId="{0CA3D820-F157-4ED5-B428-BF79D7EC1FC3}" type="presParOf" srcId="{98A8F30D-4605-4D58-80FD-B344F51054B4}" destId="{870375F8-A6DD-42B0-B04D-C3A7CBFEBE89}" srcOrd="1" destOrd="0" presId="urn:microsoft.com/office/officeart/2008/layout/LinedList"/>
    <dgm:cxn modelId="{EE69C635-39F1-4AC5-8DFA-E64648E20975}" type="presParOf" srcId="{9B112377-9098-4BF8-BE5F-88F402F4AD86}" destId="{87DE9C61-AD78-44E9-9330-09D16C4A8057}" srcOrd="6" destOrd="0" presId="urn:microsoft.com/office/officeart/2008/layout/LinedList"/>
    <dgm:cxn modelId="{7536AA54-8328-4068-BC71-246E97087BA0}" type="presParOf" srcId="{9B112377-9098-4BF8-BE5F-88F402F4AD86}" destId="{39757BE5-D3A9-42A9-8198-91A03F011D5C}" srcOrd="7" destOrd="0" presId="urn:microsoft.com/office/officeart/2008/layout/LinedList"/>
    <dgm:cxn modelId="{DBDB8A74-69B9-476E-968C-90671D5A0FE0}" type="presParOf" srcId="{39757BE5-D3A9-42A9-8198-91A03F011D5C}" destId="{7A144573-19F5-432B-A881-DE20FE00BCAF}" srcOrd="0" destOrd="0" presId="urn:microsoft.com/office/officeart/2008/layout/LinedList"/>
    <dgm:cxn modelId="{327ED6E8-F0A5-478C-9217-C5F87A1D9158}" type="presParOf" srcId="{39757BE5-D3A9-42A9-8198-91A03F011D5C}" destId="{CC598923-4B2E-460A-89CC-099AE2F425BE}" srcOrd="1" destOrd="0" presId="urn:microsoft.com/office/officeart/2008/layout/LinedList"/>
    <dgm:cxn modelId="{07E37170-5F19-4AD1-B8F8-463580EE0C27}" type="presParOf" srcId="{9B112377-9098-4BF8-BE5F-88F402F4AD86}" destId="{8EFA31F7-D705-494F-8AF1-128F609CAB1D}" srcOrd="8" destOrd="0" presId="urn:microsoft.com/office/officeart/2008/layout/LinedList"/>
    <dgm:cxn modelId="{38C80924-40FA-4848-A449-5F3B9F95F955}" type="presParOf" srcId="{9B112377-9098-4BF8-BE5F-88F402F4AD86}" destId="{0EE827D6-F805-4E81-A6E6-B17958395711}" srcOrd="9" destOrd="0" presId="urn:microsoft.com/office/officeart/2008/layout/LinedList"/>
    <dgm:cxn modelId="{67F785C4-0098-4A5E-A5D5-99C4C6418BFF}" type="presParOf" srcId="{0EE827D6-F805-4E81-A6E6-B17958395711}" destId="{753D4F8F-FC33-4CC9-BFA0-6A61B63BD5E0}" srcOrd="0" destOrd="0" presId="urn:microsoft.com/office/officeart/2008/layout/LinedList"/>
    <dgm:cxn modelId="{357F59FD-E5BE-4897-83A0-7C4CD8EA5D52}" type="presParOf" srcId="{0EE827D6-F805-4E81-A6E6-B17958395711}" destId="{9ECF9BFA-5AD1-47E5-BC38-0BDBF1BB3451}" srcOrd="1" destOrd="0" presId="urn:microsoft.com/office/officeart/2008/layout/LinedList"/>
    <dgm:cxn modelId="{55C661DF-EFFF-4445-BB05-1BB1BB012831}" type="presParOf" srcId="{9B112377-9098-4BF8-BE5F-88F402F4AD86}" destId="{3D32985E-0B04-456E-9FF6-62BE43993D27}" srcOrd="10" destOrd="0" presId="urn:microsoft.com/office/officeart/2008/layout/LinedList"/>
    <dgm:cxn modelId="{A32635C5-6A40-4225-BB4E-F147B9DE45FD}" type="presParOf" srcId="{9B112377-9098-4BF8-BE5F-88F402F4AD86}" destId="{748CB12B-D3A7-4B9F-B756-49C0BE5167F8}" srcOrd="11" destOrd="0" presId="urn:microsoft.com/office/officeart/2008/layout/LinedList"/>
    <dgm:cxn modelId="{0688685E-488F-4979-AD77-A59C97644AFD}" type="presParOf" srcId="{748CB12B-D3A7-4B9F-B756-49C0BE5167F8}" destId="{524BCBBD-AD26-4291-A94D-A30F1C779896}" srcOrd="0" destOrd="0" presId="urn:microsoft.com/office/officeart/2008/layout/LinedList"/>
    <dgm:cxn modelId="{38EE9D73-F79B-4C74-9AAD-77CE545F800D}" type="presParOf" srcId="{748CB12B-D3A7-4B9F-B756-49C0BE5167F8}" destId="{875DFA22-721D-49E4-9B9B-5AD2618B2F72}"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303F493-E6FE-4AB9-8F7C-0117A95BFAE0}"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7E0907C9-DAF0-4EC0-91B2-E38754BD28FD}">
      <dgm:prSet/>
      <dgm:spPr/>
      <dgm:t>
        <a:bodyPr/>
        <a:lstStyle/>
        <a:p>
          <a:pPr>
            <a:lnSpc>
              <a:spcPct val="100000"/>
            </a:lnSpc>
            <a:defRPr cap="all"/>
          </a:pPr>
          <a:r>
            <a:rPr lang="en-US"/>
            <a:t>Data collection and cleaning</a:t>
          </a:r>
        </a:p>
      </dgm:t>
    </dgm:pt>
    <dgm:pt modelId="{B9358126-7521-40CB-922F-2AC51666C6E3}" type="parTrans" cxnId="{4B8757AD-2915-42A1-BC2B-D0A0C4C7F588}">
      <dgm:prSet/>
      <dgm:spPr/>
      <dgm:t>
        <a:bodyPr/>
        <a:lstStyle/>
        <a:p>
          <a:endParaRPr lang="en-US"/>
        </a:p>
      </dgm:t>
    </dgm:pt>
    <dgm:pt modelId="{E9040F4E-C572-4901-95BB-8588121A664F}" type="sibTrans" cxnId="{4B8757AD-2915-42A1-BC2B-D0A0C4C7F588}">
      <dgm:prSet/>
      <dgm:spPr/>
      <dgm:t>
        <a:bodyPr/>
        <a:lstStyle/>
        <a:p>
          <a:endParaRPr lang="en-US"/>
        </a:p>
      </dgm:t>
    </dgm:pt>
    <dgm:pt modelId="{A76F5CC6-3D88-437A-BE0A-F00E6F27C5CF}">
      <dgm:prSet/>
      <dgm:spPr/>
      <dgm:t>
        <a:bodyPr/>
        <a:lstStyle/>
        <a:p>
          <a:pPr>
            <a:lnSpc>
              <a:spcPct val="100000"/>
            </a:lnSpc>
            <a:defRPr cap="all"/>
          </a:pPr>
          <a:r>
            <a:rPr lang="en-US"/>
            <a:t>Feature engineering</a:t>
          </a:r>
        </a:p>
      </dgm:t>
    </dgm:pt>
    <dgm:pt modelId="{D4119F1D-8E35-4B7C-A7A9-3E2CA01801BC}" type="parTrans" cxnId="{3B8F5666-7C49-466D-8AE5-E741704DBACF}">
      <dgm:prSet/>
      <dgm:spPr/>
      <dgm:t>
        <a:bodyPr/>
        <a:lstStyle/>
        <a:p>
          <a:endParaRPr lang="en-US"/>
        </a:p>
      </dgm:t>
    </dgm:pt>
    <dgm:pt modelId="{FEC9B4A9-4CB3-41B1-B8D4-DCF3AF085E03}" type="sibTrans" cxnId="{3B8F5666-7C49-466D-8AE5-E741704DBACF}">
      <dgm:prSet/>
      <dgm:spPr/>
      <dgm:t>
        <a:bodyPr/>
        <a:lstStyle/>
        <a:p>
          <a:endParaRPr lang="en-US"/>
        </a:p>
      </dgm:t>
    </dgm:pt>
    <dgm:pt modelId="{EA71F7E5-055D-4F92-B97E-C73CD019C72E}">
      <dgm:prSet/>
      <dgm:spPr/>
      <dgm:t>
        <a:bodyPr/>
        <a:lstStyle/>
        <a:p>
          <a:pPr>
            <a:lnSpc>
              <a:spcPct val="100000"/>
            </a:lnSpc>
            <a:defRPr cap="all"/>
          </a:pPr>
          <a:r>
            <a:rPr lang="en-US"/>
            <a:t>Data analysis</a:t>
          </a:r>
        </a:p>
      </dgm:t>
    </dgm:pt>
    <dgm:pt modelId="{80B797DF-A67D-4E46-8D92-3F6C57F35D75}" type="parTrans" cxnId="{DE67E740-F368-43F2-B91A-A46FDD776D58}">
      <dgm:prSet/>
      <dgm:spPr/>
      <dgm:t>
        <a:bodyPr/>
        <a:lstStyle/>
        <a:p>
          <a:endParaRPr lang="en-US"/>
        </a:p>
      </dgm:t>
    </dgm:pt>
    <dgm:pt modelId="{CE12279F-56D3-48A0-852A-BE98427086C2}" type="sibTrans" cxnId="{DE67E740-F368-43F2-B91A-A46FDD776D58}">
      <dgm:prSet/>
      <dgm:spPr/>
      <dgm:t>
        <a:bodyPr/>
        <a:lstStyle/>
        <a:p>
          <a:endParaRPr lang="en-US"/>
        </a:p>
      </dgm:t>
    </dgm:pt>
    <dgm:pt modelId="{4963AB1A-EACF-4B3F-8109-3014489CD215}">
      <dgm:prSet/>
      <dgm:spPr/>
      <dgm:t>
        <a:bodyPr/>
        <a:lstStyle/>
        <a:p>
          <a:pPr>
            <a:lnSpc>
              <a:spcPct val="100000"/>
            </a:lnSpc>
            <a:defRPr cap="all"/>
          </a:pPr>
          <a:r>
            <a:rPr lang="en-US"/>
            <a:t>Visualization and real-time detection</a:t>
          </a:r>
        </a:p>
      </dgm:t>
    </dgm:pt>
    <dgm:pt modelId="{1D1DED65-E4F9-4E67-B11E-F0AABB43CA49}" type="parTrans" cxnId="{C6286E56-B427-4A0B-9BAD-F3363BB665F0}">
      <dgm:prSet/>
      <dgm:spPr/>
      <dgm:t>
        <a:bodyPr/>
        <a:lstStyle/>
        <a:p>
          <a:endParaRPr lang="en-US"/>
        </a:p>
      </dgm:t>
    </dgm:pt>
    <dgm:pt modelId="{C81BAFAE-341E-4F96-B265-FAF247152715}" type="sibTrans" cxnId="{C6286E56-B427-4A0B-9BAD-F3363BB665F0}">
      <dgm:prSet/>
      <dgm:spPr/>
      <dgm:t>
        <a:bodyPr/>
        <a:lstStyle/>
        <a:p>
          <a:endParaRPr lang="en-US"/>
        </a:p>
      </dgm:t>
    </dgm:pt>
    <dgm:pt modelId="{D77DCE34-D821-4A1A-93E4-FAEA82F016AD}">
      <dgm:prSet/>
      <dgm:spPr/>
      <dgm:t>
        <a:bodyPr/>
        <a:lstStyle/>
        <a:p>
          <a:pPr>
            <a:lnSpc>
              <a:spcPct val="100000"/>
            </a:lnSpc>
            <a:defRPr cap="all"/>
          </a:pPr>
          <a:r>
            <a:rPr lang="en-US"/>
            <a:t>Results display using frontend dashboards</a:t>
          </a:r>
        </a:p>
      </dgm:t>
    </dgm:pt>
    <dgm:pt modelId="{0A1C8631-6864-4F49-9AF7-2D4708150A81}" type="parTrans" cxnId="{43324917-04F7-4D70-B84B-F18B08D748EA}">
      <dgm:prSet/>
      <dgm:spPr/>
      <dgm:t>
        <a:bodyPr/>
        <a:lstStyle/>
        <a:p>
          <a:endParaRPr lang="en-US"/>
        </a:p>
      </dgm:t>
    </dgm:pt>
    <dgm:pt modelId="{E706E4FF-AB6D-4A40-86D1-1FF5508B07FC}" type="sibTrans" cxnId="{43324917-04F7-4D70-B84B-F18B08D748EA}">
      <dgm:prSet/>
      <dgm:spPr/>
      <dgm:t>
        <a:bodyPr/>
        <a:lstStyle/>
        <a:p>
          <a:endParaRPr lang="en-US"/>
        </a:p>
      </dgm:t>
    </dgm:pt>
    <dgm:pt modelId="{38F9770A-C133-4B57-B2CA-42D4BFF51D20}" type="pres">
      <dgm:prSet presAssocID="{2303F493-E6FE-4AB9-8F7C-0117A95BFAE0}" presName="root" presStyleCnt="0">
        <dgm:presLayoutVars>
          <dgm:dir/>
          <dgm:resizeHandles val="exact"/>
        </dgm:presLayoutVars>
      </dgm:prSet>
      <dgm:spPr/>
    </dgm:pt>
    <dgm:pt modelId="{032F0136-ECF3-4050-922A-2E28E1E7BCC4}" type="pres">
      <dgm:prSet presAssocID="{7E0907C9-DAF0-4EC0-91B2-E38754BD28FD}" presName="compNode" presStyleCnt="0"/>
      <dgm:spPr/>
    </dgm:pt>
    <dgm:pt modelId="{B01FEB39-FC74-4B58-9542-3718766D0485}" type="pres">
      <dgm:prSet presAssocID="{7E0907C9-DAF0-4EC0-91B2-E38754BD28FD}" presName="iconBgRect" presStyleLbl="bgShp" presStyleIdx="0" presStyleCnt="5"/>
      <dgm:spPr/>
    </dgm:pt>
    <dgm:pt modelId="{B0F1B9D1-D0F5-40C6-A28C-B3B867D90DDF}" type="pres">
      <dgm:prSet presAssocID="{7E0907C9-DAF0-4EC0-91B2-E38754BD28FD}"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op and bucket"/>
        </a:ext>
      </dgm:extLst>
    </dgm:pt>
    <dgm:pt modelId="{C7829678-0534-4BD2-87D6-97DE428BA2EC}" type="pres">
      <dgm:prSet presAssocID="{7E0907C9-DAF0-4EC0-91B2-E38754BD28FD}" presName="spaceRect" presStyleCnt="0"/>
      <dgm:spPr/>
    </dgm:pt>
    <dgm:pt modelId="{6EA05530-ED21-4854-A599-A02694AF74AE}" type="pres">
      <dgm:prSet presAssocID="{7E0907C9-DAF0-4EC0-91B2-E38754BD28FD}" presName="textRect" presStyleLbl="revTx" presStyleIdx="0" presStyleCnt="5">
        <dgm:presLayoutVars>
          <dgm:chMax val="1"/>
          <dgm:chPref val="1"/>
        </dgm:presLayoutVars>
      </dgm:prSet>
      <dgm:spPr/>
    </dgm:pt>
    <dgm:pt modelId="{DC8E424D-E251-4FD0-A7D8-0BB82DA0127D}" type="pres">
      <dgm:prSet presAssocID="{E9040F4E-C572-4901-95BB-8588121A664F}" presName="sibTrans" presStyleCnt="0"/>
      <dgm:spPr/>
    </dgm:pt>
    <dgm:pt modelId="{4AD6D0CD-495E-448A-98C0-FA589C4CA2FF}" type="pres">
      <dgm:prSet presAssocID="{A76F5CC6-3D88-437A-BE0A-F00E6F27C5CF}" presName="compNode" presStyleCnt="0"/>
      <dgm:spPr/>
    </dgm:pt>
    <dgm:pt modelId="{7741D969-061E-4B35-BA90-A90FF3B76F96}" type="pres">
      <dgm:prSet presAssocID="{A76F5CC6-3D88-437A-BE0A-F00E6F27C5CF}" presName="iconBgRect" presStyleLbl="bgShp" presStyleIdx="1" presStyleCnt="5"/>
      <dgm:spPr/>
    </dgm:pt>
    <dgm:pt modelId="{568B6098-5A82-4676-ACE3-A139A535D5BF}" type="pres">
      <dgm:prSet presAssocID="{A76F5CC6-3D88-437A-BE0A-F00E6F27C5C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86F16E03-03EB-4583-A8EA-2ADCB13FF96E}" type="pres">
      <dgm:prSet presAssocID="{A76F5CC6-3D88-437A-BE0A-F00E6F27C5CF}" presName="spaceRect" presStyleCnt="0"/>
      <dgm:spPr/>
    </dgm:pt>
    <dgm:pt modelId="{60DD4E08-6B9E-44AF-8A6F-79332661FC07}" type="pres">
      <dgm:prSet presAssocID="{A76F5CC6-3D88-437A-BE0A-F00E6F27C5CF}" presName="textRect" presStyleLbl="revTx" presStyleIdx="1" presStyleCnt="5">
        <dgm:presLayoutVars>
          <dgm:chMax val="1"/>
          <dgm:chPref val="1"/>
        </dgm:presLayoutVars>
      </dgm:prSet>
      <dgm:spPr/>
    </dgm:pt>
    <dgm:pt modelId="{7322BBBB-36D0-438F-ADD6-74BDB0E24492}" type="pres">
      <dgm:prSet presAssocID="{FEC9B4A9-4CB3-41B1-B8D4-DCF3AF085E03}" presName="sibTrans" presStyleCnt="0"/>
      <dgm:spPr/>
    </dgm:pt>
    <dgm:pt modelId="{72A66C60-6084-456E-B329-25CEA3FA5196}" type="pres">
      <dgm:prSet presAssocID="{EA71F7E5-055D-4F92-B97E-C73CD019C72E}" presName="compNode" presStyleCnt="0"/>
      <dgm:spPr/>
    </dgm:pt>
    <dgm:pt modelId="{50E26FF7-0831-4254-9561-578EED1B72C3}" type="pres">
      <dgm:prSet presAssocID="{EA71F7E5-055D-4F92-B97E-C73CD019C72E}" presName="iconBgRect" presStyleLbl="bgShp" presStyleIdx="2" presStyleCnt="5"/>
      <dgm:spPr/>
    </dgm:pt>
    <dgm:pt modelId="{0881B2A4-D0C9-44E1-BE5E-1E27737A0FBD}" type="pres">
      <dgm:prSet presAssocID="{EA71F7E5-055D-4F92-B97E-C73CD019C72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chart"/>
        </a:ext>
      </dgm:extLst>
    </dgm:pt>
    <dgm:pt modelId="{7F1EE747-4B3D-4C0B-8639-94FF307EB8C2}" type="pres">
      <dgm:prSet presAssocID="{EA71F7E5-055D-4F92-B97E-C73CD019C72E}" presName="spaceRect" presStyleCnt="0"/>
      <dgm:spPr/>
    </dgm:pt>
    <dgm:pt modelId="{745BA6E5-C898-4DC2-A1BB-44F6A8D405FB}" type="pres">
      <dgm:prSet presAssocID="{EA71F7E5-055D-4F92-B97E-C73CD019C72E}" presName="textRect" presStyleLbl="revTx" presStyleIdx="2" presStyleCnt="5">
        <dgm:presLayoutVars>
          <dgm:chMax val="1"/>
          <dgm:chPref val="1"/>
        </dgm:presLayoutVars>
      </dgm:prSet>
      <dgm:spPr/>
    </dgm:pt>
    <dgm:pt modelId="{4296380D-21F8-41CA-9729-A2CBAA1D1B2B}" type="pres">
      <dgm:prSet presAssocID="{CE12279F-56D3-48A0-852A-BE98427086C2}" presName="sibTrans" presStyleCnt="0"/>
      <dgm:spPr/>
    </dgm:pt>
    <dgm:pt modelId="{4241A88E-B6C0-4C65-B728-6AEC0D4A3C12}" type="pres">
      <dgm:prSet presAssocID="{4963AB1A-EACF-4B3F-8109-3014489CD215}" presName="compNode" presStyleCnt="0"/>
      <dgm:spPr/>
    </dgm:pt>
    <dgm:pt modelId="{27A4D929-1A4A-4BDC-9AA3-608A54162074}" type="pres">
      <dgm:prSet presAssocID="{4963AB1A-EACF-4B3F-8109-3014489CD215}" presName="iconBgRect" presStyleLbl="bgShp" presStyleIdx="3" presStyleCnt="5"/>
      <dgm:spPr/>
    </dgm:pt>
    <dgm:pt modelId="{E2855ED2-1704-4B88-B8CA-1E9354E72123}" type="pres">
      <dgm:prSet presAssocID="{4963AB1A-EACF-4B3F-8109-3014489CD21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tatistics"/>
        </a:ext>
      </dgm:extLst>
    </dgm:pt>
    <dgm:pt modelId="{E3A0FAD5-F7F4-4A36-BEE2-928743B85320}" type="pres">
      <dgm:prSet presAssocID="{4963AB1A-EACF-4B3F-8109-3014489CD215}" presName="spaceRect" presStyleCnt="0"/>
      <dgm:spPr/>
    </dgm:pt>
    <dgm:pt modelId="{DBE3917B-A890-4EFA-91C5-EBDC3063C7BC}" type="pres">
      <dgm:prSet presAssocID="{4963AB1A-EACF-4B3F-8109-3014489CD215}" presName="textRect" presStyleLbl="revTx" presStyleIdx="3" presStyleCnt="5">
        <dgm:presLayoutVars>
          <dgm:chMax val="1"/>
          <dgm:chPref val="1"/>
        </dgm:presLayoutVars>
      </dgm:prSet>
      <dgm:spPr/>
    </dgm:pt>
    <dgm:pt modelId="{AC2B59C1-95CB-4B44-97CD-D1E9257E96F4}" type="pres">
      <dgm:prSet presAssocID="{C81BAFAE-341E-4F96-B265-FAF247152715}" presName="sibTrans" presStyleCnt="0"/>
      <dgm:spPr/>
    </dgm:pt>
    <dgm:pt modelId="{D67D578B-B0B3-4C11-A42A-FDCA2732716F}" type="pres">
      <dgm:prSet presAssocID="{D77DCE34-D821-4A1A-93E4-FAEA82F016AD}" presName="compNode" presStyleCnt="0"/>
      <dgm:spPr/>
    </dgm:pt>
    <dgm:pt modelId="{5B3B4C04-1A3B-4CA7-8DF0-B7D745A36839}" type="pres">
      <dgm:prSet presAssocID="{D77DCE34-D821-4A1A-93E4-FAEA82F016AD}" presName="iconBgRect" presStyleLbl="bgShp" presStyleIdx="4" presStyleCnt="5"/>
      <dgm:spPr/>
    </dgm:pt>
    <dgm:pt modelId="{320EFC01-E57A-4F65-B057-E7A7076AE827}" type="pres">
      <dgm:prSet presAssocID="{D77DCE34-D821-4A1A-93E4-FAEA82F016A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Gauge"/>
        </a:ext>
      </dgm:extLst>
    </dgm:pt>
    <dgm:pt modelId="{264FB357-C5A1-4F7F-8DFC-C8A199495614}" type="pres">
      <dgm:prSet presAssocID="{D77DCE34-D821-4A1A-93E4-FAEA82F016AD}" presName="spaceRect" presStyleCnt="0"/>
      <dgm:spPr/>
    </dgm:pt>
    <dgm:pt modelId="{BBEE5C28-1B67-424D-AE89-54750A94C236}" type="pres">
      <dgm:prSet presAssocID="{D77DCE34-D821-4A1A-93E4-FAEA82F016AD}" presName="textRect" presStyleLbl="revTx" presStyleIdx="4" presStyleCnt="5">
        <dgm:presLayoutVars>
          <dgm:chMax val="1"/>
          <dgm:chPref val="1"/>
        </dgm:presLayoutVars>
      </dgm:prSet>
      <dgm:spPr/>
    </dgm:pt>
  </dgm:ptLst>
  <dgm:cxnLst>
    <dgm:cxn modelId="{B00EAE0C-03B0-4F1D-B861-C3001A3804B8}" type="presOf" srcId="{A76F5CC6-3D88-437A-BE0A-F00E6F27C5CF}" destId="{60DD4E08-6B9E-44AF-8A6F-79332661FC07}" srcOrd="0" destOrd="0" presId="urn:microsoft.com/office/officeart/2018/5/layout/IconCircleLabelList"/>
    <dgm:cxn modelId="{43324917-04F7-4D70-B84B-F18B08D748EA}" srcId="{2303F493-E6FE-4AB9-8F7C-0117A95BFAE0}" destId="{D77DCE34-D821-4A1A-93E4-FAEA82F016AD}" srcOrd="4" destOrd="0" parTransId="{0A1C8631-6864-4F49-9AF7-2D4708150A81}" sibTransId="{E706E4FF-AB6D-4A40-86D1-1FF5508B07FC}"/>
    <dgm:cxn modelId="{DE67E740-F368-43F2-B91A-A46FDD776D58}" srcId="{2303F493-E6FE-4AB9-8F7C-0117A95BFAE0}" destId="{EA71F7E5-055D-4F92-B97E-C73CD019C72E}" srcOrd="2" destOrd="0" parTransId="{80B797DF-A67D-4E46-8D92-3F6C57F35D75}" sibTransId="{CE12279F-56D3-48A0-852A-BE98427086C2}"/>
    <dgm:cxn modelId="{3B8F5666-7C49-466D-8AE5-E741704DBACF}" srcId="{2303F493-E6FE-4AB9-8F7C-0117A95BFAE0}" destId="{A76F5CC6-3D88-437A-BE0A-F00E6F27C5CF}" srcOrd="1" destOrd="0" parTransId="{D4119F1D-8E35-4B7C-A7A9-3E2CA01801BC}" sibTransId="{FEC9B4A9-4CB3-41B1-B8D4-DCF3AF085E03}"/>
    <dgm:cxn modelId="{6D0A9055-634D-4ACB-ADD1-A20AD75F43C2}" type="presOf" srcId="{7E0907C9-DAF0-4EC0-91B2-E38754BD28FD}" destId="{6EA05530-ED21-4854-A599-A02694AF74AE}" srcOrd="0" destOrd="0" presId="urn:microsoft.com/office/officeart/2018/5/layout/IconCircleLabelList"/>
    <dgm:cxn modelId="{C6286E56-B427-4A0B-9BAD-F3363BB665F0}" srcId="{2303F493-E6FE-4AB9-8F7C-0117A95BFAE0}" destId="{4963AB1A-EACF-4B3F-8109-3014489CD215}" srcOrd="3" destOrd="0" parTransId="{1D1DED65-E4F9-4E67-B11E-F0AABB43CA49}" sibTransId="{C81BAFAE-341E-4F96-B265-FAF247152715}"/>
    <dgm:cxn modelId="{1A0E3697-CAE4-4294-997D-61632232337C}" type="presOf" srcId="{2303F493-E6FE-4AB9-8F7C-0117A95BFAE0}" destId="{38F9770A-C133-4B57-B2CA-42D4BFF51D20}" srcOrd="0" destOrd="0" presId="urn:microsoft.com/office/officeart/2018/5/layout/IconCircleLabelList"/>
    <dgm:cxn modelId="{A6C9D597-85CB-4E3A-BD3D-2C52FFA402D4}" type="presOf" srcId="{4963AB1A-EACF-4B3F-8109-3014489CD215}" destId="{DBE3917B-A890-4EFA-91C5-EBDC3063C7BC}" srcOrd="0" destOrd="0" presId="urn:microsoft.com/office/officeart/2018/5/layout/IconCircleLabelList"/>
    <dgm:cxn modelId="{478F82A3-4B29-4B2A-8EB2-13A3BB2486C4}" type="presOf" srcId="{D77DCE34-D821-4A1A-93E4-FAEA82F016AD}" destId="{BBEE5C28-1B67-424D-AE89-54750A94C236}" srcOrd="0" destOrd="0" presId="urn:microsoft.com/office/officeart/2018/5/layout/IconCircleLabelList"/>
    <dgm:cxn modelId="{4B8757AD-2915-42A1-BC2B-D0A0C4C7F588}" srcId="{2303F493-E6FE-4AB9-8F7C-0117A95BFAE0}" destId="{7E0907C9-DAF0-4EC0-91B2-E38754BD28FD}" srcOrd="0" destOrd="0" parTransId="{B9358126-7521-40CB-922F-2AC51666C6E3}" sibTransId="{E9040F4E-C572-4901-95BB-8588121A664F}"/>
    <dgm:cxn modelId="{ABA45AE2-3858-40A3-94E6-F86B699C07FC}" type="presOf" srcId="{EA71F7E5-055D-4F92-B97E-C73CD019C72E}" destId="{745BA6E5-C898-4DC2-A1BB-44F6A8D405FB}" srcOrd="0" destOrd="0" presId="urn:microsoft.com/office/officeart/2018/5/layout/IconCircleLabelList"/>
    <dgm:cxn modelId="{C235A837-1869-4235-96AD-1D9B103E2E17}" type="presParOf" srcId="{38F9770A-C133-4B57-B2CA-42D4BFF51D20}" destId="{032F0136-ECF3-4050-922A-2E28E1E7BCC4}" srcOrd="0" destOrd="0" presId="urn:microsoft.com/office/officeart/2018/5/layout/IconCircleLabelList"/>
    <dgm:cxn modelId="{910B240D-3596-469F-B39D-D744C214F23C}" type="presParOf" srcId="{032F0136-ECF3-4050-922A-2E28E1E7BCC4}" destId="{B01FEB39-FC74-4B58-9542-3718766D0485}" srcOrd="0" destOrd="0" presId="urn:microsoft.com/office/officeart/2018/5/layout/IconCircleLabelList"/>
    <dgm:cxn modelId="{4E40E431-46D2-4D90-83E9-E030BDF44704}" type="presParOf" srcId="{032F0136-ECF3-4050-922A-2E28E1E7BCC4}" destId="{B0F1B9D1-D0F5-40C6-A28C-B3B867D90DDF}" srcOrd="1" destOrd="0" presId="urn:microsoft.com/office/officeart/2018/5/layout/IconCircleLabelList"/>
    <dgm:cxn modelId="{C8903D74-FF31-4BA8-ABF6-C6B61FC42F26}" type="presParOf" srcId="{032F0136-ECF3-4050-922A-2E28E1E7BCC4}" destId="{C7829678-0534-4BD2-87D6-97DE428BA2EC}" srcOrd="2" destOrd="0" presId="urn:microsoft.com/office/officeart/2018/5/layout/IconCircleLabelList"/>
    <dgm:cxn modelId="{8BA16459-349F-409F-AA91-9DA647D42876}" type="presParOf" srcId="{032F0136-ECF3-4050-922A-2E28E1E7BCC4}" destId="{6EA05530-ED21-4854-A599-A02694AF74AE}" srcOrd="3" destOrd="0" presId="urn:microsoft.com/office/officeart/2018/5/layout/IconCircleLabelList"/>
    <dgm:cxn modelId="{6EBB931D-828B-4F06-BE13-295131A95058}" type="presParOf" srcId="{38F9770A-C133-4B57-B2CA-42D4BFF51D20}" destId="{DC8E424D-E251-4FD0-A7D8-0BB82DA0127D}" srcOrd="1" destOrd="0" presId="urn:microsoft.com/office/officeart/2018/5/layout/IconCircleLabelList"/>
    <dgm:cxn modelId="{C74423F6-E2D8-4919-BF80-CD1D804F5294}" type="presParOf" srcId="{38F9770A-C133-4B57-B2CA-42D4BFF51D20}" destId="{4AD6D0CD-495E-448A-98C0-FA589C4CA2FF}" srcOrd="2" destOrd="0" presId="urn:microsoft.com/office/officeart/2018/5/layout/IconCircleLabelList"/>
    <dgm:cxn modelId="{002FC0D4-8248-4E9E-BB86-6DFF79E77428}" type="presParOf" srcId="{4AD6D0CD-495E-448A-98C0-FA589C4CA2FF}" destId="{7741D969-061E-4B35-BA90-A90FF3B76F96}" srcOrd="0" destOrd="0" presId="urn:microsoft.com/office/officeart/2018/5/layout/IconCircleLabelList"/>
    <dgm:cxn modelId="{3AF13F6E-EFD7-4CF4-928E-24DC17EDE5B1}" type="presParOf" srcId="{4AD6D0CD-495E-448A-98C0-FA589C4CA2FF}" destId="{568B6098-5A82-4676-ACE3-A139A535D5BF}" srcOrd="1" destOrd="0" presId="urn:microsoft.com/office/officeart/2018/5/layout/IconCircleLabelList"/>
    <dgm:cxn modelId="{F6E99B0D-B4AF-4545-8568-43FB20E77027}" type="presParOf" srcId="{4AD6D0CD-495E-448A-98C0-FA589C4CA2FF}" destId="{86F16E03-03EB-4583-A8EA-2ADCB13FF96E}" srcOrd="2" destOrd="0" presId="urn:microsoft.com/office/officeart/2018/5/layout/IconCircleLabelList"/>
    <dgm:cxn modelId="{84F760D9-8C54-4300-B80F-6AF96DE772A9}" type="presParOf" srcId="{4AD6D0CD-495E-448A-98C0-FA589C4CA2FF}" destId="{60DD4E08-6B9E-44AF-8A6F-79332661FC07}" srcOrd="3" destOrd="0" presId="urn:microsoft.com/office/officeart/2018/5/layout/IconCircleLabelList"/>
    <dgm:cxn modelId="{BCAA7DBC-9186-4BDC-8ADD-3889AD037072}" type="presParOf" srcId="{38F9770A-C133-4B57-B2CA-42D4BFF51D20}" destId="{7322BBBB-36D0-438F-ADD6-74BDB0E24492}" srcOrd="3" destOrd="0" presId="urn:microsoft.com/office/officeart/2018/5/layout/IconCircleLabelList"/>
    <dgm:cxn modelId="{8960561E-20A6-46A2-8777-5D12F7FE1A5B}" type="presParOf" srcId="{38F9770A-C133-4B57-B2CA-42D4BFF51D20}" destId="{72A66C60-6084-456E-B329-25CEA3FA5196}" srcOrd="4" destOrd="0" presId="urn:microsoft.com/office/officeart/2018/5/layout/IconCircleLabelList"/>
    <dgm:cxn modelId="{CEE147BB-D97C-46D1-A9B6-2477530A1AED}" type="presParOf" srcId="{72A66C60-6084-456E-B329-25CEA3FA5196}" destId="{50E26FF7-0831-4254-9561-578EED1B72C3}" srcOrd="0" destOrd="0" presId="urn:microsoft.com/office/officeart/2018/5/layout/IconCircleLabelList"/>
    <dgm:cxn modelId="{FF004F90-3773-483F-86B8-56ACAA6030C4}" type="presParOf" srcId="{72A66C60-6084-456E-B329-25CEA3FA5196}" destId="{0881B2A4-D0C9-44E1-BE5E-1E27737A0FBD}" srcOrd="1" destOrd="0" presId="urn:microsoft.com/office/officeart/2018/5/layout/IconCircleLabelList"/>
    <dgm:cxn modelId="{13F6B8DC-9456-43FE-89A8-D0580A6E6031}" type="presParOf" srcId="{72A66C60-6084-456E-B329-25CEA3FA5196}" destId="{7F1EE747-4B3D-4C0B-8639-94FF307EB8C2}" srcOrd="2" destOrd="0" presId="urn:microsoft.com/office/officeart/2018/5/layout/IconCircleLabelList"/>
    <dgm:cxn modelId="{E426D36C-8B6D-48CC-86E3-752BDB9F8705}" type="presParOf" srcId="{72A66C60-6084-456E-B329-25CEA3FA5196}" destId="{745BA6E5-C898-4DC2-A1BB-44F6A8D405FB}" srcOrd="3" destOrd="0" presId="urn:microsoft.com/office/officeart/2018/5/layout/IconCircleLabelList"/>
    <dgm:cxn modelId="{0C4AEE88-2221-4B34-8EF6-E79D433F7AAD}" type="presParOf" srcId="{38F9770A-C133-4B57-B2CA-42D4BFF51D20}" destId="{4296380D-21F8-41CA-9729-A2CBAA1D1B2B}" srcOrd="5" destOrd="0" presId="urn:microsoft.com/office/officeart/2018/5/layout/IconCircleLabelList"/>
    <dgm:cxn modelId="{3D9A871C-B199-4F1E-89F3-8BB8B778247A}" type="presParOf" srcId="{38F9770A-C133-4B57-B2CA-42D4BFF51D20}" destId="{4241A88E-B6C0-4C65-B728-6AEC0D4A3C12}" srcOrd="6" destOrd="0" presId="urn:microsoft.com/office/officeart/2018/5/layout/IconCircleLabelList"/>
    <dgm:cxn modelId="{495F68E0-B36B-416D-B91F-B4B87FEF7675}" type="presParOf" srcId="{4241A88E-B6C0-4C65-B728-6AEC0D4A3C12}" destId="{27A4D929-1A4A-4BDC-9AA3-608A54162074}" srcOrd="0" destOrd="0" presId="urn:microsoft.com/office/officeart/2018/5/layout/IconCircleLabelList"/>
    <dgm:cxn modelId="{5A907FE4-2E3E-4F75-BCA5-F088791E0987}" type="presParOf" srcId="{4241A88E-B6C0-4C65-B728-6AEC0D4A3C12}" destId="{E2855ED2-1704-4B88-B8CA-1E9354E72123}" srcOrd="1" destOrd="0" presId="urn:microsoft.com/office/officeart/2018/5/layout/IconCircleLabelList"/>
    <dgm:cxn modelId="{4ECFFFDB-7AD2-42F3-9BED-2F6B9420020A}" type="presParOf" srcId="{4241A88E-B6C0-4C65-B728-6AEC0D4A3C12}" destId="{E3A0FAD5-F7F4-4A36-BEE2-928743B85320}" srcOrd="2" destOrd="0" presId="urn:microsoft.com/office/officeart/2018/5/layout/IconCircleLabelList"/>
    <dgm:cxn modelId="{9FFB8094-574C-43F6-8204-F6E88DAB1FC3}" type="presParOf" srcId="{4241A88E-B6C0-4C65-B728-6AEC0D4A3C12}" destId="{DBE3917B-A890-4EFA-91C5-EBDC3063C7BC}" srcOrd="3" destOrd="0" presId="urn:microsoft.com/office/officeart/2018/5/layout/IconCircleLabelList"/>
    <dgm:cxn modelId="{18EE6C14-7E4D-4FFF-9496-137B2CCB3EB3}" type="presParOf" srcId="{38F9770A-C133-4B57-B2CA-42D4BFF51D20}" destId="{AC2B59C1-95CB-4B44-97CD-D1E9257E96F4}" srcOrd="7" destOrd="0" presId="urn:microsoft.com/office/officeart/2018/5/layout/IconCircleLabelList"/>
    <dgm:cxn modelId="{73AFE7B6-7A43-4259-AA3B-8783391871F2}" type="presParOf" srcId="{38F9770A-C133-4B57-B2CA-42D4BFF51D20}" destId="{D67D578B-B0B3-4C11-A42A-FDCA2732716F}" srcOrd="8" destOrd="0" presId="urn:microsoft.com/office/officeart/2018/5/layout/IconCircleLabelList"/>
    <dgm:cxn modelId="{2FCF657B-2645-4569-9BD7-611A606D2BA7}" type="presParOf" srcId="{D67D578B-B0B3-4C11-A42A-FDCA2732716F}" destId="{5B3B4C04-1A3B-4CA7-8DF0-B7D745A36839}" srcOrd="0" destOrd="0" presId="urn:microsoft.com/office/officeart/2018/5/layout/IconCircleLabelList"/>
    <dgm:cxn modelId="{3C01B564-9B48-412D-A7B9-A7BE06595D2C}" type="presParOf" srcId="{D67D578B-B0B3-4C11-A42A-FDCA2732716F}" destId="{320EFC01-E57A-4F65-B057-E7A7076AE827}" srcOrd="1" destOrd="0" presId="urn:microsoft.com/office/officeart/2018/5/layout/IconCircleLabelList"/>
    <dgm:cxn modelId="{57A87B13-73C8-407F-83DB-B371BE12218F}" type="presParOf" srcId="{D67D578B-B0B3-4C11-A42A-FDCA2732716F}" destId="{264FB357-C5A1-4F7F-8DFC-C8A199495614}" srcOrd="2" destOrd="0" presId="urn:microsoft.com/office/officeart/2018/5/layout/IconCircleLabelList"/>
    <dgm:cxn modelId="{CEDFEB87-FE94-47DA-9790-55CA01ED6FDA}" type="presParOf" srcId="{D67D578B-B0B3-4C11-A42A-FDCA2732716F}" destId="{BBEE5C28-1B67-424D-AE89-54750A94C23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355BC24-B350-47ED-91CC-306EA695803F}"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43299C0F-09C6-4A0D-B445-0D8889749589}">
      <dgm:prSet/>
      <dgm:spPr/>
      <dgm:t>
        <a:bodyPr/>
        <a:lstStyle/>
        <a:p>
          <a:r>
            <a:rPr lang="en-US" b="1"/>
            <a:t>Growing Demand and Environmental Benefits:</a:t>
          </a:r>
          <a:r>
            <a:rPr lang="en-US"/>
            <a:t> Wind energy is expanding due to the rising global demand for clean and renewable energy, helping reduce greenhouse gas emissions, mitigate climate change, and improve national energy security by lowering fuel imports.</a:t>
          </a:r>
        </a:p>
      </dgm:t>
    </dgm:pt>
    <dgm:pt modelId="{284E46D0-E05E-41A7-92E3-90C02F5B6B2D}" type="parTrans" cxnId="{3BF8EA02-AD03-4112-93A5-95BC610E4F06}">
      <dgm:prSet/>
      <dgm:spPr/>
      <dgm:t>
        <a:bodyPr/>
        <a:lstStyle/>
        <a:p>
          <a:endParaRPr lang="en-US"/>
        </a:p>
      </dgm:t>
    </dgm:pt>
    <dgm:pt modelId="{C090A83F-E833-44DA-8D5C-549F5D7EA0B1}" type="sibTrans" cxnId="{3BF8EA02-AD03-4112-93A5-95BC610E4F06}">
      <dgm:prSet phldrT="1" phldr="0"/>
      <dgm:spPr/>
      <dgm:t>
        <a:bodyPr/>
        <a:lstStyle/>
        <a:p>
          <a:r>
            <a:rPr lang="en-US"/>
            <a:t>1</a:t>
          </a:r>
        </a:p>
      </dgm:t>
    </dgm:pt>
    <dgm:pt modelId="{6FF18DA1-C120-4939-A1C3-8FD2E856CD66}">
      <dgm:prSet/>
      <dgm:spPr/>
      <dgm:t>
        <a:bodyPr/>
        <a:lstStyle/>
        <a:p>
          <a:r>
            <a:rPr lang="en-US" b="1"/>
            <a:t>Technological Advancements and Integration:</a:t>
          </a:r>
          <a:r>
            <a:rPr lang="en-US"/>
            <a:t> Improvements in wind turbine efficiency, offshore and floating wind technologies, AI-based wind forecasting, smart grids, and hybrid systems combining wind, solar, and energy storage have increased power generation and grid stability.</a:t>
          </a:r>
        </a:p>
      </dgm:t>
    </dgm:pt>
    <dgm:pt modelId="{07721F80-2C09-45C8-8668-C1767B62044D}" type="parTrans" cxnId="{18210C38-7DD4-400A-86CA-B2B5F5DEC022}">
      <dgm:prSet/>
      <dgm:spPr/>
      <dgm:t>
        <a:bodyPr/>
        <a:lstStyle/>
        <a:p>
          <a:endParaRPr lang="en-US"/>
        </a:p>
      </dgm:t>
    </dgm:pt>
    <dgm:pt modelId="{EAD084F8-C9F2-4AB2-A802-9E2082891AA2}" type="sibTrans" cxnId="{18210C38-7DD4-400A-86CA-B2B5F5DEC022}">
      <dgm:prSet phldrT="2" phldr="0"/>
      <dgm:spPr/>
      <dgm:t>
        <a:bodyPr/>
        <a:lstStyle/>
        <a:p>
          <a:r>
            <a:rPr lang="en-US"/>
            <a:t>2</a:t>
          </a:r>
        </a:p>
      </dgm:t>
    </dgm:pt>
    <dgm:pt modelId="{00C293FA-77FE-4BEE-B347-12DCA6DDF40E}">
      <dgm:prSet/>
      <dgm:spPr/>
      <dgm:t>
        <a:bodyPr/>
        <a:lstStyle/>
        <a:p>
          <a:r>
            <a:rPr lang="en-US" b="1"/>
            <a:t>Economic Growth and Policy Support:</a:t>
          </a:r>
          <a:r>
            <a:rPr lang="en-US"/>
            <a:t> Supportive government policies, reduced cost of wind power generation, and increased public and private investments are driving large-scale deployment, creating employment in manufacturing, installation, and maintenance sectors.</a:t>
          </a:r>
        </a:p>
      </dgm:t>
    </dgm:pt>
    <dgm:pt modelId="{EA61853E-E81D-4C3C-B828-C8C2A9200D0D}" type="parTrans" cxnId="{6BED9AA0-6F34-4691-A5AE-3A68DDFC15BD}">
      <dgm:prSet/>
      <dgm:spPr/>
      <dgm:t>
        <a:bodyPr/>
        <a:lstStyle/>
        <a:p>
          <a:endParaRPr lang="en-US"/>
        </a:p>
      </dgm:t>
    </dgm:pt>
    <dgm:pt modelId="{2147D7EB-D411-4B7C-9CE9-CC3B997BB180}" type="sibTrans" cxnId="{6BED9AA0-6F34-4691-A5AE-3A68DDFC15BD}">
      <dgm:prSet phldrT="3" phldr="0"/>
      <dgm:spPr/>
      <dgm:t>
        <a:bodyPr/>
        <a:lstStyle/>
        <a:p>
          <a:r>
            <a:rPr lang="en-US"/>
            <a:t>3</a:t>
          </a:r>
        </a:p>
      </dgm:t>
    </dgm:pt>
    <dgm:pt modelId="{2D7474BC-0B98-4841-B645-AF8588D6A441}" type="pres">
      <dgm:prSet presAssocID="{2355BC24-B350-47ED-91CC-306EA695803F}" presName="Name0" presStyleCnt="0">
        <dgm:presLayoutVars>
          <dgm:animLvl val="lvl"/>
          <dgm:resizeHandles val="exact"/>
        </dgm:presLayoutVars>
      </dgm:prSet>
      <dgm:spPr/>
    </dgm:pt>
    <dgm:pt modelId="{E2DD9720-50A3-409A-B6A0-C8CAD4560273}" type="pres">
      <dgm:prSet presAssocID="{43299C0F-09C6-4A0D-B445-0D8889749589}" presName="compositeNode" presStyleCnt="0">
        <dgm:presLayoutVars>
          <dgm:bulletEnabled val="1"/>
        </dgm:presLayoutVars>
      </dgm:prSet>
      <dgm:spPr/>
    </dgm:pt>
    <dgm:pt modelId="{901FA019-115D-4CD8-BB38-ADB1D335B974}" type="pres">
      <dgm:prSet presAssocID="{43299C0F-09C6-4A0D-B445-0D8889749589}" presName="bgRect" presStyleLbl="bgAccFollowNode1" presStyleIdx="0" presStyleCnt="3"/>
      <dgm:spPr/>
    </dgm:pt>
    <dgm:pt modelId="{E8B77586-5DBE-46BD-A6CF-7A37EA90F773}" type="pres">
      <dgm:prSet presAssocID="{C090A83F-E833-44DA-8D5C-549F5D7EA0B1}" presName="sibTransNodeCircle" presStyleLbl="alignNode1" presStyleIdx="0" presStyleCnt="6">
        <dgm:presLayoutVars>
          <dgm:chMax val="0"/>
          <dgm:bulletEnabled/>
        </dgm:presLayoutVars>
      </dgm:prSet>
      <dgm:spPr/>
    </dgm:pt>
    <dgm:pt modelId="{376B177A-6A2C-4E59-9E4F-2690C7A566AD}" type="pres">
      <dgm:prSet presAssocID="{43299C0F-09C6-4A0D-B445-0D8889749589}" presName="bottomLine" presStyleLbl="alignNode1" presStyleIdx="1" presStyleCnt="6">
        <dgm:presLayoutVars/>
      </dgm:prSet>
      <dgm:spPr/>
    </dgm:pt>
    <dgm:pt modelId="{F24DD6F8-9BD0-4464-A0DE-EFE982FA3565}" type="pres">
      <dgm:prSet presAssocID="{43299C0F-09C6-4A0D-B445-0D8889749589}" presName="nodeText" presStyleLbl="bgAccFollowNode1" presStyleIdx="0" presStyleCnt="3">
        <dgm:presLayoutVars>
          <dgm:bulletEnabled val="1"/>
        </dgm:presLayoutVars>
      </dgm:prSet>
      <dgm:spPr/>
    </dgm:pt>
    <dgm:pt modelId="{F42F0FD0-A40E-40DE-A45D-CCCF777E944C}" type="pres">
      <dgm:prSet presAssocID="{C090A83F-E833-44DA-8D5C-549F5D7EA0B1}" presName="sibTrans" presStyleCnt="0"/>
      <dgm:spPr/>
    </dgm:pt>
    <dgm:pt modelId="{CFE29601-B224-4A64-B036-FAA06D08F3E8}" type="pres">
      <dgm:prSet presAssocID="{6FF18DA1-C120-4939-A1C3-8FD2E856CD66}" presName="compositeNode" presStyleCnt="0">
        <dgm:presLayoutVars>
          <dgm:bulletEnabled val="1"/>
        </dgm:presLayoutVars>
      </dgm:prSet>
      <dgm:spPr/>
    </dgm:pt>
    <dgm:pt modelId="{F85EBA21-4CE4-42B4-BBD4-29A9365CFCB7}" type="pres">
      <dgm:prSet presAssocID="{6FF18DA1-C120-4939-A1C3-8FD2E856CD66}" presName="bgRect" presStyleLbl="bgAccFollowNode1" presStyleIdx="1" presStyleCnt="3"/>
      <dgm:spPr/>
    </dgm:pt>
    <dgm:pt modelId="{E5620323-4C7E-43E3-961F-17ADD8BAE7F2}" type="pres">
      <dgm:prSet presAssocID="{EAD084F8-C9F2-4AB2-A802-9E2082891AA2}" presName="sibTransNodeCircle" presStyleLbl="alignNode1" presStyleIdx="2" presStyleCnt="6">
        <dgm:presLayoutVars>
          <dgm:chMax val="0"/>
          <dgm:bulletEnabled/>
        </dgm:presLayoutVars>
      </dgm:prSet>
      <dgm:spPr/>
    </dgm:pt>
    <dgm:pt modelId="{001DA2BA-5886-400A-ADA3-708BC233B137}" type="pres">
      <dgm:prSet presAssocID="{6FF18DA1-C120-4939-A1C3-8FD2E856CD66}" presName="bottomLine" presStyleLbl="alignNode1" presStyleIdx="3" presStyleCnt="6">
        <dgm:presLayoutVars/>
      </dgm:prSet>
      <dgm:spPr/>
    </dgm:pt>
    <dgm:pt modelId="{B74144A2-ABD2-4703-AC41-4DACBD8FD5EA}" type="pres">
      <dgm:prSet presAssocID="{6FF18DA1-C120-4939-A1C3-8FD2E856CD66}" presName="nodeText" presStyleLbl="bgAccFollowNode1" presStyleIdx="1" presStyleCnt="3">
        <dgm:presLayoutVars>
          <dgm:bulletEnabled val="1"/>
        </dgm:presLayoutVars>
      </dgm:prSet>
      <dgm:spPr/>
    </dgm:pt>
    <dgm:pt modelId="{02CFAB3C-BDC8-4E7E-AE6E-4CA91B308680}" type="pres">
      <dgm:prSet presAssocID="{EAD084F8-C9F2-4AB2-A802-9E2082891AA2}" presName="sibTrans" presStyleCnt="0"/>
      <dgm:spPr/>
    </dgm:pt>
    <dgm:pt modelId="{66EFA34A-B548-4FF8-A22B-628BF139793B}" type="pres">
      <dgm:prSet presAssocID="{00C293FA-77FE-4BEE-B347-12DCA6DDF40E}" presName="compositeNode" presStyleCnt="0">
        <dgm:presLayoutVars>
          <dgm:bulletEnabled val="1"/>
        </dgm:presLayoutVars>
      </dgm:prSet>
      <dgm:spPr/>
    </dgm:pt>
    <dgm:pt modelId="{2FF6BA8D-7F43-4420-91C1-0A0A9E3F7B52}" type="pres">
      <dgm:prSet presAssocID="{00C293FA-77FE-4BEE-B347-12DCA6DDF40E}" presName="bgRect" presStyleLbl="bgAccFollowNode1" presStyleIdx="2" presStyleCnt="3"/>
      <dgm:spPr/>
    </dgm:pt>
    <dgm:pt modelId="{92734DAA-2F84-4622-BB07-B643C1FAFB0C}" type="pres">
      <dgm:prSet presAssocID="{2147D7EB-D411-4B7C-9CE9-CC3B997BB180}" presName="sibTransNodeCircle" presStyleLbl="alignNode1" presStyleIdx="4" presStyleCnt="6">
        <dgm:presLayoutVars>
          <dgm:chMax val="0"/>
          <dgm:bulletEnabled/>
        </dgm:presLayoutVars>
      </dgm:prSet>
      <dgm:spPr/>
    </dgm:pt>
    <dgm:pt modelId="{D78A782C-D8FB-4A12-823C-9FB3625219E8}" type="pres">
      <dgm:prSet presAssocID="{00C293FA-77FE-4BEE-B347-12DCA6DDF40E}" presName="bottomLine" presStyleLbl="alignNode1" presStyleIdx="5" presStyleCnt="6">
        <dgm:presLayoutVars/>
      </dgm:prSet>
      <dgm:spPr/>
    </dgm:pt>
    <dgm:pt modelId="{E7C9A350-4EDF-482A-9000-C909409AEB5D}" type="pres">
      <dgm:prSet presAssocID="{00C293FA-77FE-4BEE-B347-12DCA6DDF40E}" presName="nodeText" presStyleLbl="bgAccFollowNode1" presStyleIdx="2" presStyleCnt="3">
        <dgm:presLayoutVars>
          <dgm:bulletEnabled val="1"/>
        </dgm:presLayoutVars>
      </dgm:prSet>
      <dgm:spPr/>
    </dgm:pt>
  </dgm:ptLst>
  <dgm:cxnLst>
    <dgm:cxn modelId="{3BF8EA02-AD03-4112-93A5-95BC610E4F06}" srcId="{2355BC24-B350-47ED-91CC-306EA695803F}" destId="{43299C0F-09C6-4A0D-B445-0D8889749589}" srcOrd="0" destOrd="0" parTransId="{284E46D0-E05E-41A7-92E3-90C02F5B6B2D}" sibTransId="{C090A83F-E833-44DA-8D5C-549F5D7EA0B1}"/>
    <dgm:cxn modelId="{FB226704-5BC8-4AE1-8BFC-63B9B80F8A69}" type="presOf" srcId="{EAD084F8-C9F2-4AB2-A802-9E2082891AA2}" destId="{E5620323-4C7E-43E3-961F-17ADD8BAE7F2}" srcOrd="0" destOrd="0" presId="urn:microsoft.com/office/officeart/2016/7/layout/BasicLinearProcessNumbered"/>
    <dgm:cxn modelId="{9F5BA404-3EB7-4E76-B79C-E48343F35D07}" type="presOf" srcId="{2355BC24-B350-47ED-91CC-306EA695803F}" destId="{2D7474BC-0B98-4841-B645-AF8588D6A441}" srcOrd="0" destOrd="0" presId="urn:microsoft.com/office/officeart/2016/7/layout/BasicLinearProcessNumbered"/>
    <dgm:cxn modelId="{3DE01C22-3AA6-47AC-A144-846BEDB066E2}" type="presOf" srcId="{43299C0F-09C6-4A0D-B445-0D8889749589}" destId="{901FA019-115D-4CD8-BB38-ADB1D335B974}" srcOrd="0" destOrd="0" presId="urn:microsoft.com/office/officeart/2016/7/layout/BasicLinearProcessNumbered"/>
    <dgm:cxn modelId="{87431933-1405-4F8E-9540-79105B4F8A56}" type="presOf" srcId="{C090A83F-E833-44DA-8D5C-549F5D7EA0B1}" destId="{E8B77586-5DBE-46BD-A6CF-7A37EA90F773}" srcOrd="0" destOrd="0" presId="urn:microsoft.com/office/officeart/2016/7/layout/BasicLinearProcessNumbered"/>
    <dgm:cxn modelId="{18210C38-7DD4-400A-86CA-B2B5F5DEC022}" srcId="{2355BC24-B350-47ED-91CC-306EA695803F}" destId="{6FF18DA1-C120-4939-A1C3-8FD2E856CD66}" srcOrd="1" destOrd="0" parTransId="{07721F80-2C09-45C8-8668-C1767B62044D}" sibTransId="{EAD084F8-C9F2-4AB2-A802-9E2082891AA2}"/>
    <dgm:cxn modelId="{06EB6D4B-DF2F-42A8-B8F5-580D3672CE58}" type="presOf" srcId="{2147D7EB-D411-4B7C-9CE9-CC3B997BB180}" destId="{92734DAA-2F84-4622-BB07-B643C1FAFB0C}" srcOrd="0" destOrd="0" presId="urn:microsoft.com/office/officeart/2016/7/layout/BasicLinearProcessNumbered"/>
    <dgm:cxn modelId="{67746D88-BC75-4C8E-89FE-C4A1A462B291}" type="presOf" srcId="{00C293FA-77FE-4BEE-B347-12DCA6DDF40E}" destId="{2FF6BA8D-7F43-4420-91C1-0A0A9E3F7B52}" srcOrd="0" destOrd="0" presId="urn:microsoft.com/office/officeart/2016/7/layout/BasicLinearProcessNumbered"/>
    <dgm:cxn modelId="{B573E895-8EF4-492F-AAA0-54A1F605DAF3}" type="presOf" srcId="{00C293FA-77FE-4BEE-B347-12DCA6DDF40E}" destId="{E7C9A350-4EDF-482A-9000-C909409AEB5D}" srcOrd="1" destOrd="0" presId="urn:microsoft.com/office/officeart/2016/7/layout/BasicLinearProcessNumbered"/>
    <dgm:cxn modelId="{6BED9AA0-6F34-4691-A5AE-3A68DDFC15BD}" srcId="{2355BC24-B350-47ED-91CC-306EA695803F}" destId="{00C293FA-77FE-4BEE-B347-12DCA6DDF40E}" srcOrd="2" destOrd="0" parTransId="{EA61853E-E81D-4C3C-B828-C8C2A9200D0D}" sibTransId="{2147D7EB-D411-4B7C-9CE9-CC3B997BB180}"/>
    <dgm:cxn modelId="{65005AB5-C6C1-49C3-BFAD-26AA47AF7025}" type="presOf" srcId="{6FF18DA1-C120-4939-A1C3-8FD2E856CD66}" destId="{B74144A2-ABD2-4703-AC41-4DACBD8FD5EA}" srcOrd="1" destOrd="0" presId="urn:microsoft.com/office/officeart/2016/7/layout/BasicLinearProcessNumbered"/>
    <dgm:cxn modelId="{54EE78C0-0C91-426E-9F56-47F9C3003228}" type="presOf" srcId="{6FF18DA1-C120-4939-A1C3-8FD2E856CD66}" destId="{F85EBA21-4CE4-42B4-BBD4-29A9365CFCB7}" srcOrd="0" destOrd="0" presId="urn:microsoft.com/office/officeart/2016/7/layout/BasicLinearProcessNumbered"/>
    <dgm:cxn modelId="{2E47D6CC-9D35-4AD6-8872-080879BAFE35}" type="presOf" srcId="{43299C0F-09C6-4A0D-B445-0D8889749589}" destId="{F24DD6F8-9BD0-4464-A0DE-EFE982FA3565}" srcOrd="1" destOrd="0" presId="urn:microsoft.com/office/officeart/2016/7/layout/BasicLinearProcessNumbered"/>
    <dgm:cxn modelId="{C782D552-5A1E-4DAE-8211-F4ED72283930}" type="presParOf" srcId="{2D7474BC-0B98-4841-B645-AF8588D6A441}" destId="{E2DD9720-50A3-409A-B6A0-C8CAD4560273}" srcOrd="0" destOrd="0" presId="urn:microsoft.com/office/officeart/2016/7/layout/BasicLinearProcessNumbered"/>
    <dgm:cxn modelId="{9E77990C-A922-4D26-A01B-2FB404C41C3D}" type="presParOf" srcId="{E2DD9720-50A3-409A-B6A0-C8CAD4560273}" destId="{901FA019-115D-4CD8-BB38-ADB1D335B974}" srcOrd="0" destOrd="0" presId="urn:microsoft.com/office/officeart/2016/7/layout/BasicLinearProcessNumbered"/>
    <dgm:cxn modelId="{FC4E4E8B-D874-4B18-AA92-FFA7B40492FD}" type="presParOf" srcId="{E2DD9720-50A3-409A-B6A0-C8CAD4560273}" destId="{E8B77586-5DBE-46BD-A6CF-7A37EA90F773}" srcOrd="1" destOrd="0" presId="urn:microsoft.com/office/officeart/2016/7/layout/BasicLinearProcessNumbered"/>
    <dgm:cxn modelId="{4AB63A72-1571-4BD9-9C2E-AE6F7F85F333}" type="presParOf" srcId="{E2DD9720-50A3-409A-B6A0-C8CAD4560273}" destId="{376B177A-6A2C-4E59-9E4F-2690C7A566AD}" srcOrd="2" destOrd="0" presId="urn:microsoft.com/office/officeart/2016/7/layout/BasicLinearProcessNumbered"/>
    <dgm:cxn modelId="{63432F4E-350B-442E-90EA-55F40F6BD07D}" type="presParOf" srcId="{E2DD9720-50A3-409A-B6A0-C8CAD4560273}" destId="{F24DD6F8-9BD0-4464-A0DE-EFE982FA3565}" srcOrd="3" destOrd="0" presId="urn:microsoft.com/office/officeart/2016/7/layout/BasicLinearProcessNumbered"/>
    <dgm:cxn modelId="{0FF9ED9C-9AA8-49A1-8671-6EFAC8AE80B0}" type="presParOf" srcId="{2D7474BC-0B98-4841-B645-AF8588D6A441}" destId="{F42F0FD0-A40E-40DE-A45D-CCCF777E944C}" srcOrd="1" destOrd="0" presId="urn:microsoft.com/office/officeart/2016/7/layout/BasicLinearProcessNumbered"/>
    <dgm:cxn modelId="{62842709-C556-423D-82F1-A84BD8A49BA6}" type="presParOf" srcId="{2D7474BC-0B98-4841-B645-AF8588D6A441}" destId="{CFE29601-B224-4A64-B036-FAA06D08F3E8}" srcOrd="2" destOrd="0" presId="urn:microsoft.com/office/officeart/2016/7/layout/BasicLinearProcessNumbered"/>
    <dgm:cxn modelId="{C8BC3169-D7AB-425A-9614-B6E213571F73}" type="presParOf" srcId="{CFE29601-B224-4A64-B036-FAA06D08F3E8}" destId="{F85EBA21-4CE4-42B4-BBD4-29A9365CFCB7}" srcOrd="0" destOrd="0" presId="urn:microsoft.com/office/officeart/2016/7/layout/BasicLinearProcessNumbered"/>
    <dgm:cxn modelId="{31B3CAB2-0135-4A11-A337-8524759C9F3A}" type="presParOf" srcId="{CFE29601-B224-4A64-B036-FAA06D08F3E8}" destId="{E5620323-4C7E-43E3-961F-17ADD8BAE7F2}" srcOrd="1" destOrd="0" presId="urn:microsoft.com/office/officeart/2016/7/layout/BasicLinearProcessNumbered"/>
    <dgm:cxn modelId="{BAC1AECC-347E-4698-90F2-9F576FCA8EBD}" type="presParOf" srcId="{CFE29601-B224-4A64-B036-FAA06D08F3E8}" destId="{001DA2BA-5886-400A-ADA3-708BC233B137}" srcOrd="2" destOrd="0" presId="urn:microsoft.com/office/officeart/2016/7/layout/BasicLinearProcessNumbered"/>
    <dgm:cxn modelId="{19CBB8FA-68E2-47F7-9AF7-1EA4E3B38332}" type="presParOf" srcId="{CFE29601-B224-4A64-B036-FAA06D08F3E8}" destId="{B74144A2-ABD2-4703-AC41-4DACBD8FD5EA}" srcOrd="3" destOrd="0" presId="urn:microsoft.com/office/officeart/2016/7/layout/BasicLinearProcessNumbered"/>
    <dgm:cxn modelId="{76FD1719-75D2-40E1-96AE-7BFACBAAA73A}" type="presParOf" srcId="{2D7474BC-0B98-4841-B645-AF8588D6A441}" destId="{02CFAB3C-BDC8-4E7E-AE6E-4CA91B308680}" srcOrd="3" destOrd="0" presId="urn:microsoft.com/office/officeart/2016/7/layout/BasicLinearProcessNumbered"/>
    <dgm:cxn modelId="{4FDA9B7C-6F6F-443C-A0D2-A13023648529}" type="presParOf" srcId="{2D7474BC-0B98-4841-B645-AF8588D6A441}" destId="{66EFA34A-B548-4FF8-A22B-628BF139793B}" srcOrd="4" destOrd="0" presId="urn:microsoft.com/office/officeart/2016/7/layout/BasicLinearProcessNumbered"/>
    <dgm:cxn modelId="{923E2F3B-F683-4922-B3F8-AE588F6E5906}" type="presParOf" srcId="{66EFA34A-B548-4FF8-A22B-628BF139793B}" destId="{2FF6BA8D-7F43-4420-91C1-0A0A9E3F7B52}" srcOrd="0" destOrd="0" presId="urn:microsoft.com/office/officeart/2016/7/layout/BasicLinearProcessNumbered"/>
    <dgm:cxn modelId="{B6C400A0-EA91-4037-A642-3C760A753637}" type="presParOf" srcId="{66EFA34A-B548-4FF8-A22B-628BF139793B}" destId="{92734DAA-2F84-4622-BB07-B643C1FAFB0C}" srcOrd="1" destOrd="0" presId="urn:microsoft.com/office/officeart/2016/7/layout/BasicLinearProcessNumbered"/>
    <dgm:cxn modelId="{78AD4B9E-739D-4EC7-8E3C-515103D1C93A}" type="presParOf" srcId="{66EFA34A-B548-4FF8-A22B-628BF139793B}" destId="{D78A782C-D8FB-4A12-823C-9FB3625219E8}" srcOrd="2" destOrd="0" presId="urn:microsoft.com/office/officeart/2016/7/layout/BasicLinearProcessNumbered"/>
    <dgm:cxn modelId="{DDE31113-76BF-44A8-B3A9-E04DB65F09FA}" type="presParOf" srcId="{66EFA34A-B548-4FF8-A22B-628BF139793B}" destId="{E7C9A350-4EDF-482A-9000-C909409AEB5D}"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DFEE51-6EE5-419F-A692-24019719F733}">
      <dsp:nvSpPr>
        <dsp:cNvPr id="0" name=""/>
        <dsp:cNvSpPr/>
      </dsp:nvSpPr>
      <dsp:spPr>
        <a:xfrm>
          <a:off x="0" y="2634"/>
          <a:ext cx="6163056"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7F82C1D4-11A0-4E0F-A8F0-B194DF4556CA}">
      <dsp:nvSpPr>
        <dsp:cNvPr id="0" name=""/>
        <dsp:cNvSpPr/>
      </dsp:nvSpPr>
      <dsp:spPr>
        <a:xfrm>
          <a:off x="0" y="2634"/>
          <a:ext cx="6163056" cy="8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Programming Languages :</a:t>
          </a:r>
          <a:r>
            <a:rPr lang="en-US" sz="2500" kern="1200"/>
            <a:t>  Python, JavaScript</a:t>
          </a:r>
        </a:p>
      </dsp:txBody>
      <dsp:txXfrm>
        <a:off x="0" y="2634"/>
        <a:ext cx="6163056" cy="898281"/>
      </dsp:txXfrm>
    </dsp:sp>
    <dsp:sp modelId="{F9AD662E-5CFB-43C5-8948-C338783F8692}">
      <dsp:nvSpPr>
        <dsp:cNvPr id="0" name=""/>
        <dsp:cNvSpPr/>
      </dsp:nvSpPr>
      <dsp:spPr>
        <a:xfrm>
          <a:off x="0" y="900916"/>
          <a:ext cx="6163056"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BB8704D8-BEE0-4C6D-9935-3E4F48FA74A7}">
      <dsp:nvSpPr>
        <dsp:cNvPr id="0" name=""/>
        <dsp:cNvSpPr/>
      </dsp:nvSpPr>
      <dsp:spPr>
        <a:xfrm>
          <a:off x="0" y="900916"/>
          <a:ext cx="6163056" cy="8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Visualisation :</a:t>
          </a:r>
          <a:r>
            <a:rPr lang="en-US" sz="2500" kern="1200"/>
            <a:t> PowerBi</a:t>
          </a:r>
        </a:p>
      </dsp:txBody>
      <dsp:txXfrm>
        <a:off x="0" y="900916"/>
        <a:ext cx="6163056" cy="898281"/>
      </dsp:txXfrm>
    </dsp:sp>
    <dsp:sp modelId="{59843B7D-CFDD-4FB0-9E27-897E3881A458}">
      <dsp:nvSpPr>
        <dsp:cNvPr id="0" name=""/>
        <dsp:cNvSpPr/>
      </dsp:nvSpPr>
      <dsp:spPr>
        <a:xfrm>
          <a:off x="0" y="1799198"/>
          <a:ext cx="6163056"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7E4D53F3-D45E-4DD9-BF46-B0A4AC8A126D}">
      <dsp:nvSpPr>
        <dsp:cNvPr id="0" name=""/>
        <dsp:cNvSpPr/>
      </dsp:nvSpPr>
      <dsp:spPr>
        <a:xfrm>
          <a:off x="0" y="1799198"/>
          <a:ext cx="6163056" cy="8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Web Framework :</a:t>
          </a:r>
          <a:r>
            <a:rPr lang="en-US" sz="2500" kern="1200"/>
            <a:t> React</a:t>
          </a:r>
        </a:p>
      </dsp:txBody>
      <dsp:txXfrm>
        <a:off x="0" y="1799198"/>
        <a:ext cx="6163056" cy="898281"/>
      </dsp:txXfrm>
    </dsp:sp>
    <dsp:sp modelId="{87DE9C61-AD78-44E9-9330-09D16C4A8057}">
      <dsp:nvSpPr>
        <dsp:cNvPr id="0" name=""/>
        <dsp:cNvSpPr/>
      </dsp:nvSpPr>
      <dsp:spPr>
        <a:xfrm>
          <a:off x="0" y="2697480"/>
          <a:ext cx="6163056"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7A144573-19F5-432B-A881-DE20FE00BCAF}">
      <dsp:nvSpPr>
        <dsp:cNvPr id="0" name=""/>
        <dsp:cNvSpPr/>
      </dsp:nvSpPr>
      <dsp:spPr>
        <a:xfrm>
          <a:off x="0" y="2697479"/>
          <a:ext cx="6163056" cy="8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Frontend Technologies : </a:t>
          </a:r>
          <a:r>
            <a:rPr lang="en-US" sz="2500" kern="1200"/>
            <a:t>React, css, Bootstrap, JavaScript</a:t>
          </a:r>
        </a:p>
      </dsp:txBody>
      <dsp:txXfrm>
        <a:off x="0" y="2697479"/>
        <a:ext cx="6163056" cy="898281"/>
      </dsp:txXfrm>
    </dsp:sp>
    <dsp:sp modelId="{8EFA31F7-D705-494F-8AF1-128F609CAB1D}">
      <dsp:nvSpPr>
        <dsp:cNvPr id="0" name=""/>
        <dsp:cNvSpPr/>
      </dsp:nvSpPr>
      <dsp:spPr>
        <a:xfrm>
          <a:off x="0" y="3595761"/>
          <a:ext cx="6163056"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753D4F8F-FC33-4CC9-BFA0-6A61B63BD5E0}">
      <dsp:nvSpPr>
        <dsp:cNvPr id="0" name=""/>
        <dsp:cNvSpPr/>
      </dsp:nvSpPr>
      <dsp:spPr>
        <a:xfrm>
          <a:off x="0" y="3595761"/>
          <a:ext cx="6163056" cy="8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Development Tools :</a:t>
          </a:r>
          <a:r>
            <a:rPr lang="en-US" sz="2500" kern="1200"/>
            <a:t>  Kaggle, Jupyter Notebook, VS Code</a:t>
          </a:r>
        </a:p>
      </dsp:txBody>
      <dsp:txXfrm>
        <a:off x="0" y="3595761"/>
        <a:ext cx="6163056" cy="898281"/>
      </dsp:txXfrm>
    </dsp:sp>
    <dsp:sp modelId="{3D32985E-0B04-456E-9FF6-62BE43993D27}">
      <dsp:nvSpPr>
        <dsp:cNvPr id="0" name=""/>
        <dsp:cNvSpPr/>
      </dsp:nvSpPr>
      <dsp:spPr>
        <a:xfrm>
          <a:off x="0" y="4494043"/>
          <a:ext cx="6163056" cy="0"/>
        </a:xfrm>
        <a:prstGeom prst="line">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w="12700" cap="flat" cmpd="sng" algn="ctr">
          <a:solidFill>
            <a:schemeClr val="dk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524BCBBD-AD26-4291-A94D-A30F1C779896}">
      <dsp:nvSpPr>
        <dsp:cNvPr id="0" name=""/>
        <dsp:cNvSpPr/>
      </dsp:nvSpPr>
      <dsp:spPr>
        <a:xfrm>
          <a:off x="0" y="4494043"/>
          <a:ext cx="6163056" cy="8982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250" tIns="95250" rIns="95250" bIns="95250" numCol="1" spcCol="1270" anchor="t" anchorCtr="0">
          <a:noAutofit/>
        </a:bodyPr>
        <a:lstStyle/>
        <a:p>
          <a:pPr marL="0" lvl="0" indent="0" algn="l" defTabSz="1111250">
            <a:lnSpc>
              <a:spcPct val="90000"/>
            </a:lnSpc>
            <a:spcBef>
              <a:spcPct val="0"/>
            </a:spcBef>
            <a:spcAft>
              <a:spcPct val="35000"/>
            </a:spcAft>
            <a:buNone/>
          </a:pPr>
          <a:r>
            <a:rPr lang="en-US" sz="2500" b="1" kern="1200"/>
            <a:t>Model Deployment :</a:t>
          </a:r>
          <a:r>
            <a:rPr lang="en-US" sz="2500" kern="1200"/>
            <a:t> Agile / Iterative Development Model</a:t>
          </a:r>
        </a:p>
      </dsp:txBody>
      <dsp:txXfrm>
        <a:off x="0" y="4494043"/>
        <a:ext cx="6163056" cy="89828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1FEB39-FC74-4B58-9542-3718766D0485}">
      <dsp:nvSpPr>
        <dsp:cNvPr id="0" name=""/>
        <dsp:cNvSpPr/>
      </dsp:nvSpPr>
      <dsp:spPr>
        <a:xfrm>
          <a:off x="798839" y="1223884"/>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F1B9D1-D0F5-40C6-A28C-B3B867D90DDF}">
      <dsp:nvSpPr>
        <dsp:cNvPr id="0" name=""/>
        <dsp:cNvSpPr/>
      </dsp:nvSpPr>
      <dsp:spPr>
        <a:xfrm>
          <a:off x="1032840" y="1457884"/>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A05530-ED21-4854-A599-A02694AF74AE}">
      <dsp:nvSpPr>
        <dsp:cNvPr id="0" name=""/>
        <dsp:cNvSpPr/>
      </dsp:nvSpPr>
      <dsp:spPr>
        <a:xfrm>
          <a:off x="447839" y="26638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Data collection and cleaning</a:t>
          </a:r>
        </a:p>
      </dsp:txBody>
      <dsp:txXfrm>
        <a:off x="447839" y="2663884"/>
        <a:ext cx="1800000" cy="720000"/>
      </dsp:txXfrm>
    </dsp:sp>
    <dsp:sp modelId="{7741D969-061E-4B35-BA90-A90FF3B76F96}">
      <dsp:nvSpPr>
        <dsp:cNvPr id="0" name=""/>
        <dsp:cNvSpPr/>
      </dsp:nvSpPr>
      <dsp:spPr>
        <a:xfrm>
          <a:off x="2913840" y="1223884"/>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8B6098-5A82-4676-ACE3-A139A535D5BF}">
      <dsp:nvSpPr>
        <dsp:cNvPr id="0" name=""/>
        <dsp:cNvSpPr/>
      </dsp:nvSpPr>
      <dsp:spPr>
        <a:xfrm>
          <a:off x="3147840" y="1457884"/>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DD4E08-6B9E-44AF-8A6F-79332661FC07}">
      <dsp:nvSpPr>
        <dsp:cNvPr id="0" name=""/>
        <dsp:cNvSpPr/>
      </dsp:nvSpPr>
      <dsp:spPr>
        <a:xfrm>
          <a:off x="2562840" y="26638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Feature engineering</a:t>
          </a:r>
        </a:p>
      </dsp:txBody>
      <dsp:txXfrm>
        <a:off x="2562840" y="2663884"/>
        <a:ext cx="1800000" cy="720000"/>
      </dsp:txXfrm>
    </dsp:sp>
    <dsp:sp modelId="{50E26FF7-0831-4254-9561-578EED1B72C3}">
      <dsp:nvSpPr>
        <dsp:cNvPr id="0" name=""/>
        <dsp:cNvSpPr/>
      </dsp:nvSpPr>
      <dsp:spPr>
        <a:xfrm>
          <a:off x="5028840" y="1223884"/>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81B2A4-D0C9-44E1-BE5E-1E27737A0FBD}">
      <dsp:nvSpPr>
        <dsp:cNvPr id="0" name=""/>
        <dsp:cNvSpPr/>
      </dsp:nvSpPr>
      <dsp:spPr>
        <a:xfrm>
          <a:off x="5262840" y="1457884"/>
          <a:ext cx="630000" cy="63000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45BA6E5-C898-4DC2-A1BB-44F6A8D405FB}">
      <dsp:nvSpPr>
        <dsp:cNvPr id="0" name=""/>
        <dsp:cNvSpPr/>
      </dsp:nvSpPr>
      <dsp:spPr>
        <a:xfrm>
          <a:off x="4677840" y="26638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Data analysis</a:t>
          </a:r>
        </a:p>
      </dsp:txBody>
      <dsp:txXfrm>
        <a:off x="4677840" y="2663884"/>
        <a:ext cx="1800000" cy="720000"/>
      </dsp:txXfrm>
    </dsp:sp>
    <dsp:sp modelId="{27A4D929-1A4A-4BDC-9AA3-608A54162074}">
      <dsp:nvSpPr>
        <dsp:cNvPr id="0" name=""/>
        <dsp:cNvSpPr/>
      </dsp:nvSpPr>
      <dsp:spPr>
        <a:xfrm>
          <a:off x="7143840" y="1223884"/>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855ED2-1704-4B88-B8CA-1E9354E72123}">
      <dsp:nvSpPr>
        <dsp:cNvPr id="0" name=""/>
        <dsp:cNvSpPr/>
      </dsp:nvSpPr>
      <dsp:spPr>
        <a:xfrm>
          <a:off x="7377840" y="1457884"/>
          <a:ext cx="630000" cy="63000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E3917B-A890-4EFA-91C5-EBDC3063C7BC}">
      <dsp:nvSpPr>
        <dsp:cNvPr id="0" name=""/>
        <dsp:cNvSpPr/>
      </dsp:nvSpPr>
      <dsp:spPr>
        <a:xfrm>
          <a:off x="6792840" y="26638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Visualization and real-time detection</a:t>
          </a:r>
        </a:p>
      </dsp:txBody>
      <dsp:txXfrm>
        <a:off x="6792840" y="2663884"/>
        <a:ext cx="1800000" cy="720000"/>
      </dsp:txXfrm>
    </dsp:sp>
    <dsp:sp modelId="{5B3B4C04-1A3B-4CA7-8DF0-B7D745A36839}">
      <dsp:nvSpPr>
        <dsp:cNvPr id="0" name=""/>
        <dsp:cNvSpPr/>
      </dsp:nvSpPr>
      <dsp:spPr>
        <a:xfrm>
          <a:off x="9258840" y="1223884"/>
          <a:ext cx="1098000" cy="10980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0EFC01-E57A-4F65-B057-E7A7076AE827}">
      <dsp:nvSpPr>
        <dsp:cNvPr id="0" name=""/>
        <dsp:cNvSpPr/>
      </dsp:nvSpPr>
      <dsp:spPr>
        <a:xfrm>
          <a:off x="9492840" y="1457884"/>
          <a:ext cx="630000" cy="63000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BEE5C28-1B67-424D-AE89-54750A94C236}">
      <dsp:nvSpPr>
        <dsp:cNvPr id="0" name=""/>
        <dsp:cNvSpPr/>
      </dsp:nvSpPr>
      <dsp:spPr>
        <a:xfrm>
          <a:off x="8907840" y="2663884"/>
          <a:ext cx="18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Results display using frontend dashboards</a:t>
          </a:r>
        </a:p>
      </dsp:txBody>
      <dsp:txXfrm>
        <a:off x="8907840" y="2663884"/>
        <a:ext cx="180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1FA019-115D-4CD8-BB38-ADB1D335B974}">
      <dsp:nvSpPr>
        <dsp:cNvPr id="0" name=""/>
        <dsp:cNvSpPr/>
      </dsp:nvSpPr>
      <dsp:spPr>
        <a:xfrm>
          <a:off x="0" y="0"/>
          <a:ext cx="3483045" cy="4450696"/>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552" tIns="330200" rIns="271552" bIns="330200" numCol="1" spcCol="1270" anchor="t" anchorCtr="0">
          <a:noAutofit/>
        </a:bodyPr>
        <a:lstStyle/>
        <a:p>
          <a:pPr marL="0" lvl="0" indent="0" algn="l" defTabSz="666750">
            <a:lnSpc>
              <a:spcPct val="90000"/>
            </a:lnSpc>
            <a:spcBef>
              <a:spcPct val="0"/>
            </a:spcBef>
            <a:spcAft>
              <a:spcPct val="35000"/>
            </a:spcAft>
            <a:buNone/>
          </a:pPr>
          <a:r>
            <a:rPr lang="en-US" sz="1500" b="1" kern="1200"/>
            <a:t>Growing Demand and Environmental Benefits:</a:t>
          </a:r>
          <a:r>
            <a:rPr lang="en-US" sz="1500" kern="1200"/>
            <a:t> Wind energy is expanding due to the rising global demand for clean and renewable energy, helping reduce greenhouse gas emissions, mitigate climate change, and improve national energy security by lowering fuel imports.</a:t>
          </a:r>
        </a:p>
      </dsp:txBody>
      <dsp:txXfrm>
        <a:off x="0" y="1691264"/>
        <a:ext cx="3483045" cy="2670417"/>
      </dsp:txXfrm>
    </dsp:sp>
    <dsp:sp modelId="{E8B77586-5DBE-46BD-A6CF-7A37EA90F773}">
      <dsp:nvSpPr>
        <dsp:cNvPr id="0" name=""/>
        <dsp:cNvSpPr/>
      </dsp:nvSpPr>
      <dsp:spPr>
        <a:xfrm>
          <a:off x="1073918" y="445069"/>
          <a:ext cx="1335208" cy="1335208"/>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98" tIns="12700" rIns="104098"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269455" y="640606"/>
        <a:ext cx="944134" cy="944134"/>
      </dsp:txXfrm>
    </dsp:sp>
    <dsp:sp modelId="{376B177A-6A2C-4E59-9E4F-2690C7A566AD}">
      <dsp:nvSpPr>
        <dsp:cNvPr id="0" name=""/>
        <dsp:cNvSpPr/>
      </dsp:nvSpPr>
      <dsp:spPr>
        <a:xfrm>
          <a:off x="0" y="4450624"/>
          <a:ext cx="3483045" cy="72"/>
        </a:xfrm>
        <a:prstGeom prst="rect">
          <a:avLst/>
        </a:prstGeom>
        <a:solidFill>
          <a:schemeClr val="accent2">
            <a:hueOff val="-2073801"/>
            <a:satOff val="-4082"/>
            <a:lumOff val="2549"/>
            <a:alphaOff val="0"/>
          </a:schemeClr>
        </a:solidFill>
        <a:ln w="19050" cap="flat" cmpd="sng" algn="ctr">
          <a:solidFill>
            <a:schemeClr val="accent2">
              <a:hueOff val="-2073801"/>
              <a:satOff val="-4082"/>
              <a:lumOff val="25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85EBA21-4CE4-42B4-BBD4-29A9365CFCB7}">
      <dsp:nvSpPr>
        <dsp:cNvPr id="0" name=""/>
        <dsp:cNvSpPr/>
      </dsp:nvSpPr>
      <dsp:spPr>
        <a:xfrm>
          <a:off x="3831349" y="0"/>
          <a:ext cx="3483045" cy="4450696"/>
        </a:xfrm>
        <a:prstGeom prst="rect">
          <a:avLst/>
        </a:prstGeom>
        <a:solidFill>
          <a:schemeClr val="accent2">
            <a:tint val="40000"/>
            <a:alpha val="90000"/>
            <a:hueOff val="-5523831"/>
            <a:satOff val="11959"/>
            <a:lumOff val="1116"/>
            <a:alphaOff val="0"/>
          </a:schemeClr>
        </a:solidFill>
        <a:ln w="19050" cap="flat" cmpd="sng" algn="ctr">
          <a:solidFill>
            <a:schemeClr val="accent2">
              <a:tint val="40000"/>
              <a:alpha val="90000"/>
              <a:hueOff val="-5523831"/>
              <a:satOff val="11959"/>
              <a:lumOff val="111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552" tIns="330200" rIns="271552" bIns="330200" numCol="1" spcCol="1270" anchor="t" anchorCtr="0">
          <a:noAutofit/>
        </a:bodyPr>
        <a:lstStyle/>
        <a:p>
          <a:pPr marL="0" lvl="0" indent="0" algn="l" defTabSz="666750">
            <a:lnSpc>
              <a:spcPct val="90000"/>
            </a:lnSpc>
            <a:spcBef>
              <a:spcPct val="0"/>
            </a:spcBef>
            <a:spcAft>
              <a:spcPct val="35000"/>
            </a:spcAft>
            <a:buNone/>
          </a:pPr>
          <a:r>
            <a:rPr lang="en-US" sz="1500" b="1" kern="1200"/>
            <a:t>Technological Advancements and Integration:</a:t>
          </a:r>
          <a:r>
            <a:rPr lang="en-US" sz="1500" kern="1200"/>
            <a:t> Improvements in wind turbine efficiency, offshore and floating wind technologies, AI-based wind forecasting, smart grids, and hybrid systems combining wind, solar, and energy storage have increased power generation and grid stability.</a:t>
          </a:r>
        </a:p>
      </dsp:txBody>
      <dsp:txXfrm>
        <a:off x="3831349" y="1691264"/>
        <a:ext cx="3483045" cy="2670417"/>
      </dsp:txXfrm>
    </dsp:sp>
    <dsp:sp modelId="{E5620323-4C7E-43E3-961F-17ADD8BAE7F2}">
      <dsp:nvSpPr>
        <dsp:cNvPr id="0" name=""/>
        <dsp:cNvSpPr/>
      </dsp:nvSpPr>
      <dsp:spPr>
        <a:xfrm>
          <a:off x="4905268" y="445069"/>
          <a:ext cx="1335208" cy="1335208"/>
        </a:xfrm>
        <a:prstGeom prst="ellipse">
          <a:avLst/>
        </a:prstGeom>
        <a:solidFill>
          <a:schemeClr val="accent2">
            <a:hueOff val="-4147603"/>
            <a:satOff val="-8163"/>
            <a:lumOff val="5098"/>
            <a:alphaOff val="0"/>
          </a:schemeClr>
        </a:solidFill>
        <a:ln w="19050" cap="flat" cmpd="sng" algn="ctr">
          <a:solidFill>
            <a:schemeClr val="accent2">
              <a:hueOff val="-4147603"/>
              <a:satOff val="-8163"/>
              <a:lumOff val="50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98" tIns="12700" rIns="104098"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5100805" y="640606"/>
        <a:ext cx="944134" cy="944134"/>
      </dsp:txXfrm>
    </dsp:sp>
    <dsp:sp modelId="{001DA2BA-5886-400A-ADA3-708BC233B137}">
      <dsp:nvSpPr>
        <dsp:cNvPr id="0" name=""/>
        <dsp:cNvSpPr/>
      </dsp:nvSpPr>
      <dsp:spPr>
        <a:xfrm>
          <a:off x="3831349" y="4450624"/>
          <a:ext cx="3483045" cy="72"/>
        </a:xfrm>
        <a:prstGeom prst="rect">
          <a:avLst/>
        </a:prstGeom>
        <a:solidFill>
          <a:schemeClr val="accent2">
            <a:hueOff val="-6221405"/>
            <a:satOff val="-12245"/>
            <a:lumOff val="7647"/>
            <a:alphaOff val="0"/>
          </a:schemeClr>
        </a:solidFill>
        <a:ln w="19050" cap="flat" cmpd="sng" algn="ctr">
          <a:solidFill>
            <a:schemeClr val="accent2">
              <a:hueOff val="-6221405"/>
              <a:satOff val="-12245"/>
              <a:lumOff val="764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F6BA8D-7F43-4420-91C1-0A0A9E3F7B52}">
      <dsp:nvSpPr>
        <dsp:cNvPr id="0" name=""/>
        <dsp:cNvSpPr/>
      </dsp:nvSpPr>
      <dsp:spPr>
        <a:xfrm>
          <a:off x="7662699" y="0"/>
          <a:ext cx="3483045" cy="4450696"/>
        </a:xfrm>
        <a:prstGeom prst="rect">
          <a:avLst/>
        </a:prstGeom>
        <a:solidFill>
          <a:schemeClr val="accent2">
            <a:tint val="40000"/>
            <a:alpha val="90000"/>
            <a:hueOff val="-11047662"/>
            <a:satOff val="23918"/>
            <a:lumOff val="2232"/>
            <a:alphaOff val="0"/>
          </a:schemeClr>
        </a:solidFill>
        <a:ln w="19050" cap="flat" cmpd="sng" algn="ctr">
          <a:solidFill>
            <a:schemeClr val="accent2">
              <a:tint val="40000"/>
              <a:alpha val="90000"/>
              <a:hueOff val="-11047662"/>
              <a:satOff val="23918"/>
              <a:lumOff val="223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1552" tIns="330200" rIns="271552" bIns="330200" numCol="1" spcCol="1270" anchor="t" anchorCtr="0">
          <a:noAutofit/>
        </a:bodyPr>
        <a:lstStyle/>
        <a:p>
          <a:pPr marL="0" lvl="0" indent="0" algn="l" defTabSz="666750">
            <a:lnSpc>
              <a:spcPct val="90000"/>
            </a:lnSpc>
            <a:spcBef>
              <a:spcPct val="0"/>
            </a:spcBef>
            <a:spcAft>
              <a:spcPct val="35000"/>
            </a:spcAft>
            <a:buNone/>
          </a:pPr>
          <a:r>
            <a:rPr lang="en-US" sz="1500" b="1" kern="1200"/>
            <a:t>Economic Growth and Policy Support:</a:t>
          </a:r>
          <a:r>
            <a:rPr lang="en-US" sz="1500" kern="1200"/>
            <a:t> Supportive government policies, reduced cost of wind power generation, and increased public and private investments are driving large-scale deployment, creating employment in manufacturing, installation, and maintenance sectors.</a:t>
          </a:r>
        </a:p>
      </dsp:txBody>
      <dsp:txXfrm>
        <a:off x="7662699" y="1691264"/>
        <a:ext cx="3483045" cy="2670417"/>
      </dsp:txXfrm>
    </dsp:sp>
    <dsp:sp modelId="{92734DAA-2F84-4622-BB07-B643C1FAFB0C}">
      <dsp:nvSpPr>
        <dsp:cNvPr id="0" name=""/>
        <dsp:cNvSpPr/>
      </dsp:nvSpPr>
      <dsp:spPr>
        <a:xfrm>
          <a:off x="8736617" y="445069"/>
          <a:ext cx="1335208" cy="1335208"/>
        </a:xfrm>
        <a:prstGeom prst="ellipse">
          <a:avLst/>
        </a:prstGeom>
        <a:solidFill>
          <a:schemeClr val="accent2">
            <a:hueOff val="-8295206"/>
            <a:satOff val="-16326"/>
            <a:lumOff val="10196"/>
            <a:alphaOff val="0"/>
          </a:schemeClr>
        </a:solidFill>
        <a:ln w="19050" cap="flat" cmpd="sng" algn="ctr">
          <a:solidFill>
            <a:schemeClr val="accent2">
              <a:hueOff val="-8295206"/>
              <a:satOff val="-16326"/>
              <a:lumOff val="1019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4098" tIns="12700" rIns="104098"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932154" y="640606"/>
        <a:ext cx="944134" cy="944134"/>
      </dsp:txXfrm>
    </dsp:sp>
    <dsp:sp modelId="{D78A782C-D8FB-4A12-823C-9FB3625219E8}">
      <dsp:nvSpPr>
        <dsp:cNvPr id="0" name=""/>
        <dsp:cNvSpPr/>
      </dsp:nvSpPr>
      <dsp:spPr>
        <a:xfrm>
          <a:off x="7662699" y="4450624"/>
          <a:ext cx="3483045" cy="72"/>
        </a:xfrm>
        <a:prstGeom prst="rect">
          <a:avLst/>
        </a:prstGeom>
        <a:solidFill>
          <a:schemeClr val="accent2">
            <a:hueOff val="-10369007"/>
            <a:satOff val="-20408"/>
            <a:lumOff val="12745"/>
            <a:alphaOff val="0"/>
          </a:schemeClr>
        </a:solidFill>
        <a:ln w="19050" cap="flat" cmpd="sng" algn="ctr">
          <a:solidFill>
            <a:schemeClr val="accent2">
              <a:hueOff val="-10369007"/>
              <a:satOff val="-20408"/>
              <a:lumOff val="1274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D5CAC2-5F00-4246-A4D9-0EAF712E02F2}" type="datetimeFigureOut">
              <a:rPr lang="en-IN" smtClean="0"/>
              <a:t>27-01-2026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A2B42B-E48A-4EBE-A422-58497579037D}" type="slidenum">
              <a:rPr lang="en-IN" smtClean="0"/>
              <a:t>‹#›</a:t>
            </a:fld>
            <a:endParaRPr lang="en-IN"/>
          </a:p>
        </p:txBody>
      </p:sp>
    </p:spTree>
    <p:extLst>
      <p:ext uri="{BB962C8B-B14F-4D97-AF65-F5344CB8AC3E}">
        <p14:creationId xmlns:p14="http://schemas.microsoft.com/office/powerpoint/2010/main" val="390658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EA2B42B-E48A-4EBE-A422-58497579037D}" type="slidenum">
              <a:rPr lang="en-IN" smtClean="0"/>
              <a:t>2</a:t>
            </a:fld>
            <a:endParaRPr lang="en-IN"/>
          </a:p>
        </p:txBody>
      </p:sp>
    </p:spTree>
    <p:extLst>
      <p:ext uri="{BB962C8B-B14F-4D97-AF65-F5344CB8AC3E}">
        <p14:creationId xmlns:p14="http://schemas.microsoft.com/office/powerpoint/2010/main" val="1662002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1/27/2026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863781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1/27/2026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482910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1/27/2026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1354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1/27/2026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53539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1/27/2026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011089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1/27/2026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74293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1/27/2026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876117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1/27/2026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736817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1/27/2026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992770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1/27/2026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347850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1/27/2026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1920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1/27/2026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62017841"/>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Wind turbines on top of a hill">
            <a:extLst>
              <a:ext uri="{FF2B5EF4-FFF2-40B4-BE49-F238E27FC236}">
                <a16:creationId xmlns:a16="http://schemas.microsoft.com/office/drawing/2014/main" id="{B90E5159-80ED-524D-29D1-46B6FEC427FD}"/>
              </a:ext>
            </a:extLst>
          </p:cNvPr>
          <p:cNvPicPr>
            <a:picLocks noChangeAspect="1"/>
          </p:cNvPicPr>
          <p:nvPr/>
        </p:nvPicPr>
        <p:blipFill>
          <a:blip r:embed="rId2"/>
          <a:srcRect t="17116" r="9091" b="6275"/>
          <a:stretch>
            <a:fillRect/>
          </a:stretch>
        </p:blipFill>
        <p:spPr>
          <a:xfrm>
            <a:off x="20" y="10"/>
            <a:ext cx="12191980" cy="6857990"/>
          </a:xfrm>
          <a:prstGeom prst="rect">
            <a:avLst/>
          </a:prstGeom>
        </p:spPr>
      </p:pic>
      <p:sp>
        <p:nvSpPr>
          <p:cNvPr id="18" name="Rectangle 17">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p:cNvSpPr>
            <a:spLocks noGrp="1"/>
          </p:cNvSpPr>
          <p:nvPr>
            <p:ph type="ctrTitle"/>
          </p:nvPr>
        </p:nvSpPr>
        <p:spPr>
          <a:xfrm>
            <a:off x="517351" y="844144"/>
            <a:ext cx="5176822" cy="5498439"/>
          </a:xfrm>
        </p:spPr>
        <p:txBody>
          <a:bodyPr anchor="t">
            <a:normAutofit/>
          </a:bodyPr>
          <a:lstStyle/>
          <a:p>
            <a:pPr>
              <a:lnSpc>
                <a:spcPct val="90000"/>
              </a:lnSpc>
            </a:pPr>
            <a:r>
              <a:rPr lang="en-US" sz="2500" dirty="0">
                <a:latin typeface="Times New Roman"/>
                <a:cs typeface="Angsana New"/>
              </a:rPr>
              <a:t> SKY VOLT</a:t>
            </a:r>
            <a:br>
              <a:rPr lang="en-US" sz="2500" dirty="0">
                <a:latin typeface="Times New Roman"/>
                <a:cs typeface="Angsana New"/>
              </a:rPr>
            </a:br>
            <a:br>
              <a:rPr lang="en-US" sz="2500" dirty="0">
                <a:latin typeface="Times New Roman"/>
                <a:cs typeface="Angsana New"/>
              </a:rPr>
            </a:br>
            <a:br>
              <a:rPr lang="en-US" sz="2500" dirty="0">
                <a:latin typeface="Times New Roman"/>
                <a:cs typeface="Angsana New"/>
              </a:rPr>
            </a:br>
            <a:r>
              <a:rPr lang="en-US" sz="4600" dirty="0">
                <a:latin typeface="Times New Roman"/>
                <a:cs typeface="Times New Roman"/>
              </a:rPr>
              <a:t>WIND ENERGY PERFORMANCE ANALYTICS SYSTEM</a:t>
            </a:r>
            <a:br>
              <a:rPr lang="en-US" sz="3400" dirty="0">
                <a:latin typeface="Times New Roman"/>
                <a:cs typeface="Times New Roman"/>
              </a:rPr>
            </a:br>
            <a:br>
              <a:rPr lang="en-US" sz="3400" dirty="0">
                <a:latin typeface="Times New Roman"/>
                <a:cs typeface="Times New Roman"/>
              </a:rPr>
            </a:br>
            <a:r>
              <a:rPr lang="en-US" sz="2000" dirty="0">
                <a:latin typeface="Times New Roman"/>
                <a:cs typeface="Times New Roman"/>
              </a:rPr>
              <a:t>MENTOR</a:t>
            </a:r>
            <a:r>
              <a:rPr lang="en-US" sz="3400" dirty="0">
                <a:latin typeface="Times New Roman"/>
                <a:cs typeface="Times New Roman"/>
              </a:rPr>
              <a:t> :</a:t>
            </a:r>
            <a:r>
              <a:rPr lang="en-US" sz="2000" dirty="0">
                <a:latin typeface="Times New Roman"/>
                <a:cs typeface="Times New Roman"/>
              </a:rPr>
              <a:t> Anusha </a:t>
            </a:r>
            <a:r>
              <a:rPr lang="en-US" sz="2000" err="1">
                <a:latin typeface="Times New Roman"/>
                <a:cs typeface="Times New Roman"/>
              </a:rPr>
              <a:t>Vuggu</a:t>
            </a:r>
            <a:br>
              <a:rPr lang="en-US" sz="2000" dirty="0">
                <a:latin typeface="Times New Roman"/>
                <a:cs typeface="Times New Roman"/>
              </a:rPr>
            </a:br>
            <a:br>
              <a:rPr lang="en-US" sz="2000" dirty="0">
                <a:latin typeface="Times New Roman"/>
                <a:cs typeface="Times New Roman"/>
              </a:rPr>
            </a:br>
            <a:br>
              <a:rPr lang="en-US" sz="2000" dirty="0">
                <a:latin typeface="Times New Roman"/>
                <a:cs typeface="Times New Roman"/>
              </a:rPr>
            </a:br>
            <a:endParaRPr lang="en-US" sz="2000" dirty="0">
              <a:latin typeface="Times New Roman"/>
              <a:cs typeface="Times New Roman"/>
            </a:endParaRPr>
          </a:p>
        </p:txBody>
      </p:sp>
      <p:sp>
        <p:nvSpPr>
          <p:cNvPr id="20" name="Rectangle 19">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EC38958-9A69-239A-BA79-2AEC73345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5F1FC6C6-A065-2C5F-12C6-537BD52C7562}"/>
              </a:ext>
            </a:extLst>
          </p:cNvPr>
          <p:cNvSpPr>
            <a:spLocks noGrp="1"/>
          </p:cNvSpPr>
          <p:nvPr>
            <p:ph type="title"/>
          </p:nvPr>
        </p:nvSpPr>
        <p:spPr>
          <a:xfrm>
            <a:off x="6995160" y="978408"/>
            <a:ext cx="4745736" cy="1463040"/>
          </a:xfrm>
        </p:spPr>
        <p:txBody>
          <a:bodyPr vert="horz" lIns="91440" tIns="45720" rIns="91440" bIns="45720" rtlCol="0" anchor="t">
            <a:normAutofit/>
          </a:bodyPr>
          <a:lstStyle/>
          <a:p>
            <a:r>
              <a:rPr lang="en-US" b="1" kern="1200" dirty="0">
                <a:latin typeface="Times New Roman"/>
                <a:cs typeface="Times New Roman"/>
              </a:rPr>
              <a:t>OVERVIEW</a:t>
            </a:r>
          </a:p>
        </p:txBody>
      </p:sp>
      <p:pic>
        <p:nvPicPr>
          <p:cNvPr id="28" name="Picture 27" descr="Coin-operated binoculars above Central Park Manhatten">
            <a:extLst>
              <a:ext uri="{FF2B5EF4-FFF2-40B4-BE49-F238E27FC236}">
                <a16:creationId xmlns:a16="http://schemas.microsoft.com/office/drawing/2014/main" id="{20DBE07D-5001-01F7-0EAD-8D0A69E2029A}"/>
              </a:ext>
            </a:extLst>
          </p:cNvPr>
          <p:cNvPicPr>
            <a:picLocks noChangeAspect="1"/>
          </p:cNvPicPr>
          <p:nvPr/>
        </p:nvPicPr>
        <p:blipFill>
          <a:blip r:embed="rId3"/>
          <a:srcRect l="1950" r="33155" b="-1"/>
          <a:stretch>
            <a:fillRect/>
          </a:stretch>
        </p:blipFill>
        <p:spPr>
          <a:xfrm>
            <a:off x="517868" y="508090"/>
            <a:ext cx="5705856" cy="5846990"/>
          </a:xfrm>
          <a:prstGeom prst="rect">
            <a:avLst/>
          </a:prstGeom>
        </p:spPr>
      </p:pic>
      <p:sp>
        <p:nvSpPr>
          <p:cNvPr id="37" name="Freeform: Shape 36">
            <a:extLst>
              <a:ext uri="{FF2B5EF4-FFF2-40B4-BE49-F238E27FC236}">
                <a16:creationId xmlns:a16="http://schemas.microsoft.com/office/drawing/2014/main" id="{6EC109E5-0396-8968-4F42-DFEC28036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6407" y="508090"/>
            <a:ext cx="4660733" cy="149279"/>
          </a:xfrm>
          <a:custGeom>
            <a:avLst/>
            <a:gdLst>
              <a:gd name="connsiteX0" fmla="*/ 0 w 6090847"/>
              <a:gd name="connsiteY0" fmla="*/ 0 h 149279"/>
              <a:gd name="connsiteX1" fmla="*/ 6090847 w 6090847"/>
              <a:gd name="connsiteY1" fmla="*/ 0 h 149279"/>
              <a:gd name="connsiteX2" fmla="*/ 6090847 w 6090847"/>
              <a:gd name="connsiteY2" fmla="*/ 149279 h 149279"/>
              <a:gd name="connsiteX3" fmla="*/ 0 w 6090847"/>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6090847" h="149279">
                <a:moveTo>
                  <a:pt x="0" y="0"/>
                </a:moveTo>
                <a:lnTo>
                  <a:pt x="6090847" y="0"/>
                </a:lnTo>
                <a:lnTo>
                  <a:pt x="6090847"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4" name="TextBox 3">
            <a:extLst>
              <a:ext uri="{FF2B5EF4-FFF2-40B4-BE49-F238E27FC236}">
                <a16:creationId xmlns:a16="http://schemas.microsoft.com/office/drawing/2014/main" id="{A168C259-E1EE-7895-FE49-E38D02CC99F5}"/>
              </a:ext>
            </a:extLst>
          </p:cNvPr>
          <p:cNvSpPr txBox="1"/>
          <p:nvPr/>
        </p:nvSpPr>
        <p:spPr>
          <a:xfrm>
            <a:off x="7009014" y="1996718"/>
            <a:ext cx="4672584" cy="434921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457200" lvl="0" indent="-342900">
              <a:lnSpc>
                <a:spcPct val="110000"/>
              </a:lnSpc>
              <a:spcAft>
                <a:spcPts val="600"/>
              </a:spcAft>
              <a:buAutoNum type="arabicPeriod"/>
            </a:pPr>
            <a:r>
              <a:rPr lang="en-US" sz="2200" baseline="0" dirty="0">
                <a:latin typeface="Times New Roman"/>
                <a:cs typeface="Times New Roman"/>
              </a:rPr>
              <a:t>OBJECTIVE</a:t>
            </a:r>
            <a:r>
              <a:rPr lang="en-US" sz="2200" dirty="0">
                <a:latin typeface="Times New Roman"/>
                <a:cs typeface="Times New Roman"/>
              </a:rPr>
              <a:t>​</a:t>
            </a:r>
          </a:p>
          <a:p>
            <a:pPr marL="457200" lvl="0" indent="-342900">
              <a:lnSpc>
                <a:spcPct val="110000"/>
              </a:lnSpc>
              <a:spcAft>
                <a:spcPts val="600"/>
              </a:spcAft>
              <a:buAutoNum type="arabicPeriod"/>
            </a:pPr>
            <a:r>
              <a:rPr lang="en-US" sz="2200" baseline="0" dirty="0">
                <a:latin typeface="Times New Roman"/>
                <a:cs typeface="Times New Roman"/>
              </a:rPr>
              <a:t>TECH STACK</a:t>
            </a:r>
            <a:r>
              <a:rPr lang="en-US" sz="2200" dirty="0">
                <a:latin typeface="Times New Roman"/>
                <a:cs typeface="Times New Roman"/>
              </a:rPr>
              <a:t>​</a:t>
            </a:r>
          </a:p>
          <a:p>
            <a:pPr marL="457200" lvl="0" indent="-342900">
              <a:lnSpc>
                <a:spcPct val="110000"/>
              </a:lnSpc>
              <a:spcAft>
                <a:spcPts val="600"/>
              </a:spcAft>
              <a:buAutoNum type="arabicPeriod"/>
            </a:pPr>
            <a:r>
              <a:rPr lang="en-US" sz="2200" baseline="0" dirty="0">
                <a:latin typeface="Times New Roman"/>
                <a:cs typeface="Times New Roman"/>
              </a:rPr>
              <a:t>FULL STACK</a:t>
            </a:r>
            <a:r>
              <a:rPr lang="en-US" sz="2200" dirty="0">
                <a:latin typeface="Times New Roman"/>
                <a:cs typeface="Times New Roman"/>
              </a:rPr>
              <a:t>​</a:t>
            </a:r>
          </a:p>
          <a:p>
            <a:pPr marL="457200" lvl="0" indent="-342900">
              <a:lnSpc>
                <a:spcPct val="110000"/>
              </a:lnSpc>
              <a:spcAft>
                <a:spcPts val="600"/>
              </a:spcAft>
              <a:buAutoNum type="arabicPeriod"/>
            </a:pPr>
            <a:r>
              <a:rPr lang="en-US" sz="2200" baseline="0" dirty="0">
                <a:latin typeface="Times New Roman"/>
                <a:cs typeface="Times New Roman"/>
              </a:rPr>
              <a:t>DATA SCIENCE</a:t>
            </a:r>
            <a:r>
              <a:rPr lang="en-US" sz="2200" dirty="0">
                <a:latin typeface="Times New Roman"/>
                <a:cs typeface="Times New Roman"/>
              </a:rPr>
              <a:t>​</a:t>
            </a:r>
          </a:p>
          <a:p>
            <a:pPr marL="457200" lvl="0" indent="-342900">
              <a:lnSpc>
                <a:spcPct val="110000"/>
              </a:lnSpc>
              <a:spcAft>
                <a:spcPts val="600"/>
              </a:spcAft>
              <a:buAutoNum type="arabicPeriod"/>
            </a:pPr>
            <a:r>
              <a:rPr lang="en-US" sz="2200" baseline="0" dirty="0">
                <a:latin typeface="Times New Roman"/>
                <a:cs typeface="Times New Roman"/>
              </a:rPr>
              <a:t>INTEGRATION</a:t>
            </a:r>
            <a:r>
              <a:rPr lang="en-US" sz="2200" dirty="0">
                <a:latin typeface="Times New Roman"/>
                <a:cs typeface="Times New Roman"/>
              </a:rPr>
              <a:t>​</a:t>
            </a:r>
          </a:p>
          <a:p>
            <a:pPr marL="457200" lvl="0" indent="-342900">
              <a:lnSpc>
                <a:spcPct val="110000"/>
              </a:lnSpc>
              <a:spcAft>
                <a:spcPts val="600"/>
              </a:spcAft>
              <a:buAutoNum type="arabicPeriod"/>
            </a:pPr>
            <a:r>
              <a:rPr lang="en-US" sz="2200" baseline="0" dirty="0">
                <a:latin typeface="Times New Roman"/>
                <a:cs typeface="Times New Roman"/>
              </a:rPr>
              <a:t>WORK FLOW</a:t>
            </a:r>
            <a:r>
              <a:rPr lang="en-US" sz="2200" dirty="0">
                <a:latin typeface="Times New Roman"/>
                <a:cs typeface="Times New Roman"/>
              </a:rPr>
              <a:t>​</a:t>
            </a:r>
          </a:p>
          <a:p>
            <a:pPr marL="457200" lvl="0" indent="-342900">
              <a:lnSpc>
                <a:spcPct val="110000"/>
              </a:lnSpc>
              <a:spcAft>
                <a:spcPts val="600"/>
              </a:spcAft>
              <a:buAutoNum type="arabicPeriod"/>
            </a:pPr>
            <a:r>
              <a:rPr lang="en-US" sz="2200" baseline="0" dirty="0">
                <a:latin typeface="Times New Roman"/>
                <a:cs typeface="Times New Roman"/>
              </a:rPr>
              <a:t>LIMITATIONS</a:t>
            </a:r>
            <a:r>
              <a:rPr lang="en-US" sz="2200" dirty="0">
                <a:latin typeface="Times New Roman"/>
                <a:cs typeface="Times New Roman"/>
              </a:rPr>
              <a:t>​</a:t>
            </a:r>
          </a:p>
          <a:p>
            <a:pPr marL="457200" lvl="0" indent="-342900">
              <a:lnSpc>
                <a:spcPct val="110000"/>
              </a:lnSpc>
              <a:spcAft>
                <a:spcPts val="600"/>
              </a:spcAft>
              <a:buAutoNum type="arabicPeriod"/>
            </a:pPr>
            <a:r>
              <a:rPr lang="en-US" sz="2200" baseline="0" dirty="0">
                <a:latin typeface="Times New Roman"/>
                <a:cs typeface="Times New Roman"/>
              </a:rPr>
              <a:t>FUTURE SCOPE</a:t>
            </a:r>
            <a:r>
              <a:rPr lang="en-US" sz="2200" dirty="0">
                <a:latin typeface="Times New Roman"/>
                <a:cs typeface="Times New Roman"/>
              </a:rPr>
              <a:t>​</a:t>
            </a:r>
          </a:p>
          <a:p>
            <a:pPr marL="457200" lvl="0" indent="-342900">
              <a:lnSpc>
                <a:spcPct val="110000"/>
              </a:lnSpc>
              <a:spcAft>
                <a:spcPts val="600"/>
              </a:spcAft>
              <a:buAutoNum type="arabicPeriod"/>
            </a:pPr>
            <a:r>
              <a:rPr lang="en-US" sz="2200" baseline="0" dirty="0">
                <a:latin typeface="Times New Roman"/>
                <a:cs typeface="Times New Roman"/>
              </a:rPr>
              <a:t>CONCLUSION</a:t>
            </a:r>
            <a:r>
              <a:rPr lang="en-US" dirty="0">
                <a:latin typeface="Times New Roman"/>
                <a:cs typeface="Times New Roman"/>
              </a:rPr>
              <a:t>​</a:t>
            </a:r>
          </a:p>
          <a:p>
            <a:pPr indent="-228600">
              <a:lnSpc>
                <a:spcPct val="110000"/>
              </a:lnSpc>
              <a:spcAft>
                <a:spcPts val="600"/>
              </a:spcAft>
              <a:buAutoNum type="arabicPeriod"/>
            </a:pPr>
            <a:endParaRPr lang="en-US"/>
          </a:p>
        </p:txBody>
      </p:sp>
    </p:spTree>
    <p:extLst>
      <p:ext uri="{BB962C8B-B14F-4D97-AF65-F5344CB8AC3E}">
        <p14:creationId xmlns:p14="http://schemas.microsoft.com/office/powerpoint/2010/main" val="2019950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34C0330F-1D4F-4552-B799-615DD237B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22FFBBFC-6C8A-096B-6C5C-92F42D93FCB7}"/>
              </a:ext>
            </a:extLst>
          </p:cNvPr>
          <p:cNvSpPr>
            <a:spLocks noGrp="1"/>
          </p:cNvSpPr>
          <p:nvPr>
            <p:ph type="title"/>
          </p:nvPr>
        </p:nvSpPr>
        <p:spPr>
          <a:xfrm>
            <a:off x="524256" y="898512"/>
            <a:ext cx="4754880" cy="1463040"/>
          </a:xfrm>
        </p:spPr>
        <p:txBody>
          <a:bodyPr>
            <a:normAutofit/>
          </a:bodyPr>
          <a:lstStyle/>
          <a:p>
            <a:r>
              <a:rPr lang="en-US" dirty="0">
                <a:latin typeface="Times New Roman"/>
                <a:cs typeface="Times New Roman"/>
              </a:rPr>
              <a:t>OBJECTIVE</a:t>
            </a:r>
          </a:p>
        </p:txBody>
      </p:sp>
      <p:sp>
        <p:nvSpPr>
          <p:cNvPr id="25" name="Rectangle 24">
            <a:extLst>
              <a:ext uri="{FF2B5EF4-FFF2-40B4-BE49-F238E27FC236}">
                <a16:creationId xmlns:a16="http://schemas.microsoft.com/office/drawing/2014/main" id="{92BE0106-0C20-465B-A1BE-0BAC2737B1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467296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Content Placeholder 2">
            <a:extLst>
              <a:ext uri="{FF2B5EF4-FFF2-40B4-BE49-F238E27FC236}">
                <a16:creationId xmlns:a16="http://schemas.microsoft.com/office/drawing/2014/main" id="{582BB811-87D4-19FA-ED52-25D8F8981E8A}"/>
              </a:ext>
            </a:extLst>
          </p:cNvPr>
          <p:cNvSpPr>
            <a:spLocks noGrp="1"/>
          </p:cNvSpPr>
          <p:nvPr>
            <p:ph idx="1"/>
          </p:nvPr>
        </p:nvSpPr>
        <p:spPr>
          <a:xfrm>
            <a:off x="521208" y="1630032"/>
            <a:ext cx="5137912" cy="4953647"/>
          </a:xfrm>
        </p:spPr>
        <p:txBody>
          <a:bodyPr vert="horz" lIns="91440" tIns="45720" rIns="91440" bIns="45720" rtlCol="0" anchor="t">
            <a:noAutofit/>
          </a:bodyPr>
          <a:lstStyle/>
          <a:p>
            <a:pPr marL="0" indent="0">
              <a:lnSpc>
                <a:spcPct val="100000"/>
              </a:lnSpc>
              <a:buNone/>
            </a:pPr>
            <a:r>
              <a:rPr lang="en-US" sz="2000" dirty="0">
                <a:latin typeface="Times New Roman"/>
                <a:ea typeface="+mn-lt"/>
                <a:cs typeface="+mn-lt"/>
              </a:rPr>
              <a:t>The objective of this project is to design and develop an integrated web-based system for managing and analyzing wind energy–related information. The project aims to provide a centralized platform that presents details about wind energy installations, operational performance, user information, and cost trends in a clear and organized manner. By combining a website interface with analytical insights, the system helps stakeholders understand wind energy performance across different regions, sectors, and time periods. This project supports transparency, improves monitoring efficiency, and assists in informed decision-making for effective planning and management of wind energy resources.</a:t>
            </a:r>
          </a:p>
        </p:txBody>
      </p:sp>
      <p:pic>
        <p:nvPicPr>
          <p:cNvPr id="8" name="Picture 7" descr="A wind turbines on a hill&#10;&#10;AI-generated content may be incorrect.">
            <a:extLst>
              <a:ext uri="{FF2B5EF4-FFF2-40B4-BE49-F238E27FC236}">
                <a16:creationId xmlns:a16="http://schemas.microsoft.com/office/drawing/2014/main" id="{2B3E61F6-EF02-AFD0-8733-AD780E5D62C8}"/>
              </a:ext>
            </a:extLst>
          </p:cNvPr>
          <p:cNvPicPr>
            <a:picLocks noChangeAspect="1"/>
          </p:cNvPicPr>
          <p:nvPr/>
        </p:nvPicPr>
        <p:blipFill>
          <a:blip r:embed="rId2"/>
          <a:srcRect l="12633" r="32438" b="1"/>
          <a:stretch>
            <a:fillRect/>
          </a:stretch>
        </p:blipFill>
        <p:spPr>
          <a:xfrm>
            <a:off x="5958018" y="508090"/>
            <a:ext cx="5709726" cy="5846989"/>
          </a:xfrm>
          <a:prstGeom prst="rect">
            <a:avLst/>
          </a:prstGeom>
        </p:spPr>
      </p:pic>
    </p:spTree>
    <p:extLst>
      <p:ext uri="{BB962C8B-B14F-4D97-AF65-F5344CB8AC3E}">
        <p14:creationId xmlns:p14="http://schemas.microsoft.com/office/powerpoint/2010/main" val="28113361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6" name="Rectangle 95">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AACD5FC6-3AA0-B7E7-45FA-692906DB8A9B}"/>
              </a:ext>
            </a:extLst>
          </p:cNvPr>
          <p:cNvSpPr>
            <a:spLocks noGrp="1"/>
          </p:cNvSpPr>
          <p:nvPr>
            <p:ph type="title"/>
          </p:nvPr>
        </p:nvSpPr>
        <p:spPr>
          <a:xfrm>
            <a:off x="521208" y="978408"/>
            <a:ext cx="4352544" cy="2148840"/>
          </a:xfrm>
        </p:spPr>
        <p:txBody>
          <a:bodyPr>
            <a:normAutofit/>
          </a:bodyPr>
          <a:lstStyle/>
          <a:p>
            <a:r>
              <a:rPr lang="en-US">
                <a:latin typeface="Times New Roman"/>
                <a:cs typeface="Times New Roman"/>
              </a:rPr>
              <a:t>TECH STACK</a:t>
            </a:r>
          </a:p>
        </p:txBody>
      </p:sp>
      <p:sp>
        <p:nvSpPr>
          <p:cNvPr id="98" name="Freeform: Shape 97">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91" name="Picture 90" descr="Dreaming about Becoming a Fullstack Web Developer in Sri Lanka? - PACE  Institute">
            <a:extLst>
              <a:ext uri="{FF2B5EF4-FFF2-40B4-BE49-F238E27FC236}">
                <a16:creationId xmlns:a16="http://schemas.microsoft.com/office/drawing/2014/main" id="{67260B4F-E133-A6F7-C4C9-0E9BFAC0DCC8}"/>
              </a:ext>
            </a:extLst>
          </p:cNvPr>
          <p:cNvPicPr>
            <a:picLocks noChangeAspect="1"/>
          </p:cNvPicPr>
          <p:nvPr/>
        </p:nvPicPr>
        <p:blipFill>
          <a:blip r:embed="rId2"/>
          <a:srcRect l="9541" r="8324" b="-1"/>
          <a:stretch>
            <a:fillRect/>
          </a:stretch>
        </p:blipFill>
        <p:spPr>
          <a:xfrm>
            <a:off x="517869" y="2354704"/>
            <a:ext cx="4343644" cy="3766451"/>
          </a:xfrm>
          <a:prstGeom prst="rect">
            <a:avLst/>
          </a:prstGeom>
        </p:spPr>
      </p:pic>
      <p:graphicFrame>
        <p:nvGraphicFramePr>
          <p:cNvPr id="33" name="Content Placeholder 2">
            <a:extLst>
              <a:ext uri="{FF2B5EF4-FFF2-40B4-BE49-F238E27FC236}">
                <a16:creationId xmlns:a16="http://schemas.microsoft.com/office/drawing/2014/main" id="{129AEAEC-ED5E-DB80-021E-DB6C813F6BE1}"/>
              </a:ext>
            </a:extLst>
          </p:cNvPr>
          <p:cNvGraphicFramePr>
            <a:graphicFrameLocks noGrp="1"/>
          </p:cNvGraphicFramePr>
          <p:nvPr>
            <p:ph idx="1"/>
            <p:extLst>
              <p:ext uri="{D42A27DB-BD31-4B8C-83A1-F6EECF244321}">
                <p14:modId xmlns:p14="http://schemas.microsoft.com/office/powerpoint/2010/main" val="1774867407"/>
              </p:ext>
            </p:extLst>
          </p:nvPr>
        </p:nvGraphicFramePr>
        <p:xfrm>
          <a:off x="5504688" y="978408"/>
          <a:ext cx="6163056" cy="53949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85999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562CF-6266-855C-3F91-FF35A80F34EB}"/>
              </a:ext>
            </a:extLst>
          </p:cNvPr>
          <p:cNvSpPr>
            <a:spLocks noGrp="1"/>
          </p:cNvSpPr>
          <p:nvPr>
            <p:ph type="title"/>
          </p:nvPr>
        </p:nvSpPr>
        <p:spPr>
          <a:xfrm>
            <a:off x="521208" y="787908"/>
            <a:ext cx="11155680" cy="925158"/>
          </a:xfrm>
        </p:spPr>
        <p:txBody>
          <a:bodyPr/>
          <a:lstStyle/>
          <a:p>
            <a:r>
              <a:rPr lang="en-US" dirty="0">
                <a:latin typeface="Times New Roman"/>
                <a:cs typeface="Times New Roman"/>
              </a:rPr>
              <a:t>FULL STACK</a:t>
            </a:r>
          </a:p>
        </p:txBody>
      </p:sp>
      <p:sp>
        <p:nvSpPr>
          <p:cNvPr id="3" name="Content Placeholder 2">
            <a:extLst>
              <a:ext uri="{FF2B5EF4-FFF2-40B4-BE49-F238E27FC236}">
                <a16:creationId xmlns:a16="http://schemas.microsoft.com/office/drawing/2014/main" id="{51462096-2884-66E6-35D8-CED7D79B1558}"/>
              </a:ext>
            </a:extLst>
          </p:cNvPr>
          <p:cNvSpPr>
            <a:spLocks noGrp="1"/>
          </p:cNvSpPr>
          <p:nvPr>
            <p:ph idx="1"/>
          </p:nvPr>
        </p:nvSpPr>
        <p:spPr>
          <a:xfrm>
            <a:off x="521208" y="1704549"/>
            <a:ext cx="11155680" cy="4641387"/>
          </a:xfrm>
        </p:spPr>
        <p:txBody>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Frontend is built using React, HTML, CSS, Bootstrap.</a:t>
            </a:r>
          </a:p>
          <a:p>
            <a:r>
              <a:rPr lang="en-US" dirty="0">
                <a:latin typeface="Times New Roman" panose="02020603050405020304" pitchFamily="18" charset="0"/>
                <a:cs typeface="Times New Roman" panose="02020603050405020304" pitchFamily="18" charset="0"/>
              </a:rPr>
              <a:t>Backend is developed using Python / Node.js.</a:t>
            </a:r>
          </a:p>
          <a:p>
            <a:r>
              <a:rPr lang="en-US" dirty="0">
                <a:latin typeface="Times New Roman" panose="02020603050405020304" pitchFamily="18" charset="0"/>
                <a:cs typeface="Times New Roman" panose="02020603050405020304" pitchFamily="18" charset="0"/>
              </a:rPr>
              <a:t>Database stores all wind plant and user information.</a:t>
            </a:r>
          </a:p>
          <a:p>
            <a:r>
              <a:rPr lang="en-US" dirty="0">
                <a:latin typeface="Times New Roman" panose="02020603050405020304" pitchFamily="18" charset="0"/>
                <a:cs typeface="Times New Roman" panose="02020603050405020304" pitchFamily="18" charset="0"/>
              </a:rPr>
              <a:t>APIs connect frontend with backend.</a:t>
            </a:r>
          </a:p>
          <a:p>
            <a:r>
              <a:rPr lang="en-US" dirty="0">
                <a:latin typeface="Times New Roman" panose="02020603050405020304" pitchFamily="18" charset="0"/>
                <a:cs typeface="Times New Roman" panose="02020603050405020304" pitchFamily="18" charset="0"/>
              </a:rPr>
              <a:t>Admin manages users and plants.</a:t>
            </a:r>
          </a:p>
          <a:p>
            <a:r>
              <a:rPr lang="en-US" dirty="0">
                <a:latin typeface="Times New Roman" panose="02020603050405020304" pitchFamily="18" charset="0"/>
                <a:cs typeface="Times New Roman" panose="02020603050405020304" pitchFamily="18" charset="0"/>
              </a:rPr>
              <a:t>Users view dashboards and reports.</a:t>
            </a:r>
          </a:p>
        </p:txBody>
      </p:sp>
      <p:pic>
        <p:nvPicPr>
          <p:cNvPr id="5" name="Picture 4">
            <a:extLst>
              <a:ext uri="{FF2B5EF4-FFF2-40B4-BE49-F238E27FC236}">
                <a16:creationId xmlns:a16="http://schemas.microsoft.com/office/drawing/2014/main" id="{D149EF5A-48DC-624C-733C-9628D97A6E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3992" y="1108306"/>
            <a:ext cx="4612531" cy="4641387"/>
          </a:xfrm>
          <a:prstGeom prst="rect">
            <a:avLst/>
          </a:prstGeom>
        </p:spPr>
      </p:pic>
    </p:spTree>
    <p:extLst>
      <p:ext uri="{BB962C8B-B14F-4D97-AF65-F5344CB8AC3E}">
        <p14:creationId xmlns:p14="http://schemas.microsoft.com/office/powerpoint/2010/main" val="3712990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C2323-3658-4A00-0C7F-B5332CB0365A}"/>
              </a:ext>
            </a:extLst>
          </p:cNvPr>
          <p:cNvSpPr>
            <a:spLocks noGrp="1"/>
          </p:cNvSpPr>
          <p:nvPr>
            <p:ph type="title"/>
          </p:nvPr>
        </p:nvSpPr>
        <p:spPr>
          <a:xfrm>
            <a:off x="521208" y="855144"/>
            <a:ext cx="11155680" cy="734657"/>
          </a:xfrm>
        </p:spPr>
        <p:txBody>
          <a:bodyPr>
            <a:normAutofit fontScale="90000"/>
          </a:bodyPr>
          <a:lstStyle/>
          <a:p>
            <a:r>
              <a:rPr lang="en-US" dirty="0">
                <a:latin typeface="Times New Roman"/>
                <a:cs typeface="Times New Roman"/>
              </a:rPr>
              <a:t>DATA SCIENCE</a:t>
            </a:r>
          </a:p>
        </p:txBody>
      </p:sp>
      <p:sp>
        <p:nvSpPr>
          <p:cNvPr id="3" name="Content Placeholder 2">
            <a:extLst>
              <a:ext uri="{FF2B5EF4-FFF2-40B4-BE49-F238E27FC236}">
                <a16:creationId xmlns:a16="http://schemas.microsoft.com/office/drawing/2014/main" id="{365DF495-67BC-4152-73E0-8B0454BF22C4}"/>
              </a:ext>
            </a:extLst>
          </p:cNvPr>
          <p:cNvSpPr>
            <a:spLocks noGrp="1"/>
          </p:cNvSpPr>
          <p:nvPr>
            <p:ph idx="1"/>
          </p:nvPr>
        </p:nvSpPr>
        <p:spPr>
          <a:xfrm>
            <a:off x="521208" y="1839020"/>
            <a:ext cx="11155680" cy="4506916"/>
          </a:xfrm>
        </p:spPr>
        <p:txBody>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Collects wind power data from different sources.</a:t>
            </a:r>
          </a:p>
          <a:p>
            <a:r>
              <a:rPr lang="en-US" dirty="0">
                <a:latin typeface="Times New Roman" panose="02020603050405020304" pitchFamily="18" charset="0"/>
                <a:cs typeface="Times New Roman" panose="02020603050405020304" pitchFamily="18" charset="0"/>
              </a:rPr>
              <a:t>Cleans and preprocesses the dataset using Python.</a:t>
            </a:r>
          </a:p>
          <a:p>
            <a:r>
              <a:rPr lang="en-US" dirty="0">
                <a:latin typeface="Times New Roman" panose="02020603050405020304" pitchFamily="18" charset="0"/>
                <a:cs typeface="Times New Roman" panose="02020603050405020304" pitchFamily="18" charset="0"/>
              </a:rPr>
              <a:t>Uses Pandas and NumPy for data analysis.</a:t>
            </a:r>
          </a:p>
          <a:p>
            <a:r>
              <a:rPr lang="en-US" dirty="0">
                <a:latin typeface="Times New Roman" panose="02020603050405020304" pitchFamily="18" charset="0"/>
                <a:cs typeface="Times New Roman" panose="02020603050405020304" pitchFamily="18" charset="0"/>
              </a:rPr>
              <a:t>Creates visual insights using Power BI.</a:t>
            </a:r>
          </a:p>
          <a:p>
            <a:r>
              <a:rPr lang="en-US" dirty="0">
                <a:latin typeface="Times New Roman" panose="02020603050405020304" pitchFamily="18" charset="0"/>
                <a:cs typeface="Times New Roman" panose="02020603050405020304" pitchFamily="18" charset="0"/>
              </a:rPr>
              <a:t>Identifies patterns in wind speed and power output.</a:t>
            </a:r>
          </a:p>
          <a:p>
            <a:r>
              <a:rPr lang="en-US" dirty="0">
                <a:latin typeface="Times New Roman" panose="02020603050405020304" pitchFamily="18" charset="0"/>
                <a:cs typeface="Times New Roman" panose="02020603050405020304" pitchFamily="18" charset="0"/>
              </a:rPr>
              <a:t>Helps in better decision-making using data.</a:t>
            </a:r>
          </a:p>
        </p:txBody>
      </p:sp>
      <p:pic>
        <p:nvPicPr>
          <p:cNvPr id="5" name="Picture 4">
            <a:extLst>
              <a:ext uri="{FF2B5EF4-FFF2-40B4-BE49-F238E27FC236}">
                <a16:creationId xmlns:a16="http://schemas.microsoft.com/office/drawing/2014/main" id="{680A53E6-80FC-28F6-7121-5CE00CB12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4303" y="1839020"/>
            <a:ext cx="4910328" cy="3168872"/>
          </a:xfrm>
          <a:prstGeom prst="rect">
            <a:avLst/>
          </a:prstGeom>
        </p:spPr>
      </p:pic>
    </p:spTree>
    <p:extLst>
      <p:ext uri="{BB962C8B-B14F-4D97-AF65-F5344CB8AC3E}">
        <p14:creationId xmlns:p14="http://schemas.microsoft.com/office/powerpoint/2010/main" val="23339324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9B59DF6-A333-E5BF-F553-71D9988B73B4}"/>
              </a:ext>
            </a:extLst>
          </p:cNvPr>
          <p:cNvSpPr>
            <a:spLocks noGrp="1"/>
          </p:cNvSpPr>
          <p:nvPr>
            <p:ph type="title"/>
          </p:nvPr>
        </p:nvSpPr>
        <p:spPr>
          <a:xfrm>
            <a:off x="521208" y="978408"/>
            <a:ext cx="11155680" cy="1115568"/>
          </a:xfrm>
        </p:spPr>
        <p:txBody>
          <a:bodyPr>
            <a:normAutofit/>
          </a:bodyPr>
          <a:lstStyle/>
          <a:p>
            <a:pPr>
              <a:lnSpc>
                <a:spcPct val="90000"/>
              </a:lnSpc>
            </a:pPr>
            <a:r>
              <a:rPr lang="en-US" sz="3700" dirty="0">
                <a:latin typeface="Times New Roman"/>
                <a:cs typeface="Times New Roman"/>
              </a:rPr>
              <a:t>FULL STACK AND DATA SCIENCE INTEGRATION</a:t>
            </a:r>
          </a:p>
        </p:txBody>
      </p:sp>
      <p:sp>
        <p:nvSpPr>
          <p:cNvPr id="14" name="Freeform: Shape 13">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6B14238E-2DF6-1E0C-9A3C-61FDC9D93BFE}"/>
              </a:ext>
            </a:extLst>
          </p:cNvPr>
          <p:cNvSpPr>
            <a:spLocks noGrp="1"/>
          </p:cNvSpPr>
          <p:nvPr>
            <p:ph idx="1"/>
          </p:nvPr>
        </p:nvSpPr>
        <p:spPr>
          <a:xfrm>
            <a:off x="521208" y="2304288"/>
            <a:ext cx="6821424" cy="4050792"/>
          </a:xfrm>
        </p:spPr>
        <p:txBody>
          <a:bodyPr vert="horz" lIns="91440" tIns="45720" rIns="91440" bIns="45720" rtlCol="0">
            <a:normAutofit/>
          </a:bodyPr>
          <a:lstStyle/>
          <a:p>
            <a:pPr marL="0" indent="0">
              <a:buNone/>
            </a:pPr>
            <a:r>
              <a:rPr lang="en-US" dirty="0">
                <a:latin typeface="Times New Roman"/>
                <a:ea typeface="+mn-lt"/>
                <a:cs typeface="+mn-lt"/>
              </a:rPr>
              <a:t>This project integrates data science and full stack development to deliver an end-to-end analytics system. Python is used for data collection, cleaning, preprocessing, and analysis, while Power BI is used for effective data visualization and dashboard creation. The frontend is developed using React, JavaScript, CSS, and Bootstrap to provide an interactive and user-friendly interface. Development and experimentation are carried out using tools such as Kaggle, </a:t>
            </a:r>
            <a:r>
              <a:rPr lang="en-US" dirty="0" err="1">
                <a:latin typeface="Times New Roman"/>
                <a:ea typeface="+mn-lt"/>
                <a:cs typeface="+mn-lt"/>
              </a:rPr>
              <a:t>Jupyter</a:t>
            </a:r>
            <a:r>
              <a:rPr lang="en-US" dirty="0">
                <a:latin typeface="Times New Roman"/>
                <a:ea typeface="+mn-lt"/>
                <a:cs typeface="+mn-lt"/>
              </a:rPr>
              <a:t> Notebook, and VS Code. The system is built and deployed using an Agile / Iterative development model, ensuring continuous improvement, smooth integration, and efficient delivery of insights.</a:t>
            </a:r>
            <a:endParaRPr lang="en-US" dirty="0">
              <a:latin typeface="Times New Roman"/>
              <a:cs typeface="Times New Roman"/>
            </a:endParaRPr>
          </a:p>
        </p:txBody>
      </p:sp>
      <p:pic>
        <p:nvPicPr>
          <p:cNvPr id="7" name="Picture 6" descr="Do You Recommend Python for Data Science? - Corizo - Empowering Tomorrow's  Leaders">
            <a:extLst>
              <a:ext uri="{FF2B5EF4-FFF2-40B4-BE49-F238E27FC236}">
                <a16:creationId xmlns:a16="http://schemas.microsoft.com/office/drawing/2014/main" id="{EDAE7455-4E6C-79AD-5631-231500A30E53}"/>
              </a:ext>
            </a:extLst>
          </p:cNvPr>
          <p:cNvPicPr>
            <a:picLocks noChangeAspect="1"/>
          </p:cNvPicPr>
          <p:nvPr/>
        </p:nvPicPr>
        <p:blipFill>
          <a:blip r:embed="rId2"/>
          <a:srcRect l="9644" r="17346" b="-2"/>
          <a:stretch>
            <a:fillRect/>
          </a:stretch>
        </p:blipFill>
        <p:spPr>
          <a:xfrm>
            <a:off x="7617593" y="1897815"/>
            <a:ext cx="3941064" cy="4048568"/>
          </a:xfrm>
          <a:prstGeom prst="rect">
            <a:avLst/>
          </a:prstGeom>
        </p:spPr>
      </p:pic>
    </p:spTree>
    <p:extLst>
      <p:ext uri="{BB962C8B-B14F-4D97-AF65-F5344CB8AC3E}">
        <p14:creationId xmlns:p14="http://schemas.microsoft.com/office/powerpoint/2010/main" val="969362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2D21-43F2-B246-4AA8-A8C68F96CCE2}"/>
              </a:ext>
            </a:extLst>
          </p:cNvPr>
          <p:cNvSpPr>
            <a:spLocks noGrp="1"/>
          </p:cNvSpPr>
          <p:nvPr>
            <p:ph type="title"/>
          </p:nvPr>
        </p:nvSpPr>
        <p:spPr>
          <a:xfrm>
            <a:off x="413749" y="696306"/>
            <a:ext cx="11155680" cy="733660"/>
          </a:xfrm>
        </p:spPr>
        <p:txBody>
          <a:bodyPr>
            <a:normAutofit/>
          </a:bodyPr>
          <a:lstStyle/>
          <a:p>
            <a:r>
              <a:rPr lang="en-US" sz="3600" dirty="0">
                <a:latin typeface="Times New Roman" panose="02020603050405020304" pitchFamily="18" charset="0"/>
                <a:cs typeface="Times New Roman" panose="02020603050405020304" pitchFamily="18" charset="0"/>
              </a:rPr>
              <a:t>HOME PAGE</a:t>
            </a:r>
            <a:endParaRPr lang="en-IN"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15D86F5-8200-2583-2789-F25ECC17C5C2}"/>
              </a:ext>
            </a:extLst>
          </p:cNvPr>
          <p:cNvPicPr>
            <a:picLocks noChangeAspect="1"/>
          </p:cNvPicPr>
          <p:nvPr/>
        </p:nvPicPr>
        <p:blipFill>
          <a:blip r:embed="rId2"/>
          <a:stretch>
            <a:fillRect/>
          </a:stretch>
        </p:blipFill>
        <p:spPr>
          <a:xfrm>
            <a:off x="311285" y="1335984"/>
            <a:ext cx="11569429" cy="5267134"/>
          </a:xfrm>
          <a:prstGeom prst="rect">
            <a:avLst/>
          </a:prstGeom>
        </p:spPr>
      </p:pic>
    </p:spTree>
    <p:extLst>
      <p:ext uri="{BB962C8B-B14F-4D97-AF65-F5344CB8AC3E}">
        <p14:creationId xmlns:p14="http://schemas.microsoft.com/office/powerpoint/2010/main" val="117939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13198-1D56-9DC1-D886-EB4A9A24A5CD}"/>
              </a:ext>
            </a:extLst>
          </p:cNvPr>
          <p:cNvSpPr>
            <a:spLocks noGrp="1"/>
          </p:cNvSpPr>
          <p:nvPr>
            <p:ph type="title"/>
          </p:nvPr>
        </p:nvSpPr>
        <p:spPr>
          <a:xfrm>
            <a:off x="518159" y="631033"/>
            <a:ext cx="11155680" cy="792026"/>
          </a:xfrm>
        </p:spPr>
        <p:txBody>
          <a:bodyPr>
            <a:normAutofit/>
          </a:bodyPr>
          <a:lstStyle/>
          <a:p>
            <a:r>
              <a:rPr lang="en-US" sz="3600" dirty="0">
                <a:latin typeface="Times New Roman" panose="02020603050405020304" pitchFamily="18" charset="0"/>
                <a:cs typeface="Times New Roman" panose="02020603050405020304" pitchFamily="18" charset="0"/>
              </a:rPr>
              <a:t>ADMIN DASHBOARD </a:t>
            </a:r>
            <a:endParaRPr lang="en-IN"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B387392-CE2B-D39D-0F85-B5FFEF8F2CE4}"/>
              </a:ext>
            </a:extLst>
          </p:cNvPr>
          <p:cNvPicPr>
            <a:picLocks noChangeAspect="1"/>
          </p:cNvPicPr>
          <p:nvPr/>
        </p:nvPicPr>
        <p:blipFill>
          <a:blip r:embed="rId2"/>
          <a:stretch>
            <a:fillRect/>
          </a:stretch>
        </p:blipFill>
        <p:spPr>
          <a:xfrm>
            <a:off x="259080" y="1342876"/>
            <a:ext cx="11673839" cy="5168522"/>
          </a:xfrm>
          <a:prstGeom prst="rect">
            <a:avLst/>
          </a:prstGeom>
        </p:spPr>
      </p:pic>
    </p:spTree>
    <p:extLst>
      <p:ext uri="{BB962C8B-B14F-4D97-AF65-F5344CB8AC3E}">
        <p14:creationId xmlns:p14="http://schemas.microsoft.com/office/powerpoint/2010/main" val="1693853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95055-2AA7-C396-07A6-4669D03BE399}"/>
              </a:ext>
            </a:extLst>
          </p:cNvPr>
          <p:cNvSpPr>
            <a:spLocks noGrp="1"/>
          </p:cNvSpPr>
          <p:nvPr>
            <p:ph type="title"/>
          </p:nvPr>
        </p:nvSpPr>
        <p:spPr>
          <a:xfrm>
            <a:off x="518160" y="618485"/>
            <a:ext cx="11155680" cy="753115"/>
          </a:xfrm>
        </p:spPr>
        <p:txBody>
          <a:bodyPr>
            <a:normAutofit/>
          </a:bodyPr>
          <a:lstStyle/>
          <a:p>
            <a:r>
              <a:rPr lang="en-US" sz="3600" dirty="0">
                <a:latin typeface="Times New Roman" panose="02020603050405020304" pitchFamily="18" charset="0"/>
                <a:cs typeface="Times New Roman" panose="02020603050405020304" pitchFamily="18" charset="0"/>
              </a:rPr>
              <a:t>USER DASHBOARD </a:t>
            </a:r>
            <a:endParaRPr lang="en-IN"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7305D6E1-CE2D-2EF4-DEB2-F8D17995E45F}"/>
              </a:ext>
            </a:extLst>
          </p:cNvPr>
          <p:cNvPicPr>
            <a:picLocks noChangeAspect="1"/>
          </p:cNvPicPr>
          <p:nvPr/>
        </p:nvPicPr>
        <p:blipFill>
          <a:blip r:embed="rId2"/>
          <a:stretch>
            <a:fillRect/>
          </a:stretch>
        </p:blipFill>
        <p:spPr>
          <a:xfrm>
            <a:off x="147536" y="1239144"/>
            <a:ext cx="11896928" cy="5428756"/>
          </a:xfrm>
          <a:prstGeom prst="rect">
            <a:avLst/>
          </a:prstGeom>
        </p:spPr>
      </p:pic>
    </p:spTree>
    <p:extLst>
      <p:ext uri="{BB962C8B-B14F-4D97-AF65-F5344CB8AC3E}">
        <p14:creationId xmlns:p14="http://schemas.microsoft.com/office/powerpoint/2010/main" val="26339277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FBE21-46E5-8665-2B3A-4E4E7E72C317}"/>
              </a:ext>
            </a:extLst>
          </p:cNvPr>
          <p:cNvSpPr>
            <a:spLocks noGrp="1"/>
          </p:cNvSpPr>
          <p:nvPr>
            <p:ph type="title"/>
          </p:nvPr>
        </p:nvSpPr>
        <p:spPr>
          <a:xfrm>
            <a:off x="521208" y="821526"/>
            <a:ext cx="11155680" cy="880334"/>
          </a:xfrm>
        </p:spPr>
        <p:txBody>
          <a:bodyPr/>
          <a:lstStyle/>
          <a:p>
            <a:r>
              <a:rPr lang="en-US" dirty="0">
                <a:latin typeface="Times New Roman"/>
                <a:cs typeface="Times New Roman"/>
              </a:rPr>
              <a:t>WORKFLOW</a:t>
            </a:r>
          </a:p>
        </p:txBody>
      </p:sp>
      <p:graphicFrame>
        <p:nvGraphicFramePr>
          <p:cNvPr id="13" name="Content Placeholder 2">
            <a:extLst>
              <a:ext uri="{FF2B5EF4-FFF2-40B4-BE49-F238E27FC236}">
                <a16:creationId xmlns:a16="http://schemas.microsoft.com/office/drawing/2014/main" id="{75DA33B4-6738-6F21-EDAA-5A41FC59E69F}"/>
              </a:ext>
            </a:extLst>
          </p:cNvPr>
          <p:cNvGraphicFramePr>
            <a:graphicFrameLocks noGrp="1"/>
          </p:cNvGraphicFramePr>
          <p:nvPr>
            <p:ph idx="1"/>
            <p:extLst>
              <p:ext uri="{D42A27DB-BD31-4B8C-83A1-F6EECF244321}">
                <p14:modId xmlns:p14="http://schemas.microsoft.com/office/powerpoint/2010/main" val="2240167535"/>
              </p:ext>
            </p:extLst>
          </p:nvPr>
        </p:nvGraphicFramePr>
        <p:xfrm>
          <a:off x="521208" y="1704549"/>
          <a:ext cx="11155680" cy="460776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15977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1212D-7C05-2DB7-4B78-34AD58EDBADE}"/>
              </a:ext>
            </a:extLst>
          </p:cNvPr>
          <p:cNvSpPr>
            <a:spLocks noGrp="1"/>
          </p:cNvSpPr>
          <p:nvPr>
            <p:ph type="title"/>
          </p:nvPr>
        </p:nvSpPr>
        <p:spPr>
          <a:xfrm>
            <a:off x="521208" y="754291"/>
            <a:ext cx="11155680" cy="947569"/>
          </a:xfrm>
        </p:spPr>
        <p:txBody>
          <a:bodyPr/>
          <a:lstStyle/>
          <a:p>
            <a:r>
              <a:rPr lang="en-US" dirty="0">
                <a:latin typeface="Times New Roman"/>
                <a:cs typeface="Times New Roman"/>
              </a:rPr>
              <a:t>LIMITATIONS</a:t>
            </a:r>
          </a:p>
        </p:txBody>
      </p:sp>
      <p:sp>
        <p:nvSpPr>
          <p:cNvPr id="8" name="Rectangle 3">
            <a:extLst>
              <a:ext uri="{FF2B5EF4-FFF2-40B4-BE49-F238E27FC236}">
                <a16:creationId xmlns:a16="http://schemas.microsoft.com/office/drawing/2014/main" id="{831E1FF7-7107-4D81-6C11-2C2692CC46DC}"/>
              </a:ext>
            </a:extLst>
          </p:cNvPr>
          <p:cNvSpPr>
            <a:spLocks noGrp="1" noChangeArrowheads="1"/>
          </p:cNvSpPr>
          <p:nvPr>
            <p:ph idx="1"/>
          </p:nvPr>
        </p:nvSpPr>
        <p:spPr bwMode="auto">
          <a:xfrm>
            <a:off x="515112" y="1460521"/>
            <a:ext cx="1094232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The system depends on the availability and accuracy of input data, and incorrect or incomplete data may affect analysis results.</a:t>
            </a:r>
          </a:p>
          <a:p>
            <a:pPr marL="0" indent="0" eaLnBrk="0" fontAlgn="base" hangingPunct="0">
              <a:lnSpc>
                <a:spcPct val="100000"/>
              </a:lnSpc>
              <a:spcBef>
                <a:spcPct val="0"/>
              </a:spcBef>
              <a:spcAft>
                <a:spcPct val="0"/>
              </a:spcAft>
              <a:buNone/>
            </a:pP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Real-time data updates are limited, as the project primarily works on pre-collected or periodically updated data.</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The analysis is restricted to the selected parameters and regions included in the dataset.</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Advanced forecasting and predictive analysis are not fully implemented in the current version of the project.</a:t>
            </a:r>
          </a:p>
          <a:p>
            <a:pPr eaLnBrk="0" fontAlgn="base" hangingPunct="0">
              <a:lnSpc>
                <a:spcPct val="100000"/>
              </a:lnSpc>
              <a:spcBef>
                <a:spcPct val="0"/>
              </a:spcBef>
              <a:spcAft>
                <a:spcPct val="0"/>
              </a:spcAft>
            </a:pPr>
            <a:endParaRPr lang="en-US" altLang="en-US" sz="2000" dirty="0">
              <a:latin typeface="Times New Roman" panose="02020603050405020304" pitchFamily="18" charset="0"/>
              <a:cs typeface="Times New Roman" panose="02020603050405020304" pitchFamily="18" charset="0"/>
            </a:endParaRPr>
          </a:p>
          <a:p>
            <a:pPr eaLnBrk="0" fontAlgn="base" hangingPunct="0">
              <a:lnSpc>
                <a:spcPct val="100000"/>
              </a:lnSpc>
              <a:spcBef>
                <a:spcPct val="0"/>
              </a:spcBef>
              <a:spcAft>
                <a:spcPct val="0"/>
              </a:spcAft>
            </a:pPr>
            <a:r>
              <a:rPr lang="en-US" altLang="en-US" sz="2000" dirty="0">
                <a:latin typeface="Times New Roman" panose="02020603050405020304" pitchFamily="18" charset="0"/>
                <a:cs typeface="Times New Roman" panose="02020603050405020304" pitchFamily="18" charset="0"/>
              </a:rPr>
              <a:t>User access and functionality are limited to the features designed in the current system, with scope for further enhancements.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8092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213918-F1EB-4BCE-BE23-F5E9851EE0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8BE83FA-9128-88BB-FB25-4C2590C47BEA}"/>
              </a:ext>
            </a:extLst>
          </p:cNvPr>
          <p:cNvSpPr>
            <a:spLocks noGrp="1"/>
          </p:cNvSpPr>
          <p:nvPr>
            <p:ph type="title"/>
          </p:nvPr>
        </p:nvSpPr>
        <p:spPr>
          <a:xfrm>
            <a:off x="521208" y="978408"/>
            <a:ext cx="11155680" cy="1463040"/>
          </a:xfrm>
        </p:spPr>
        <p:txBody>
          <a:bodyPr>
            <a:normAutofit/>
          </a:bodyPr>
          <a:lstStyle/>
          <a:p>
            <a:r>
              <a:rPr lang="en-US" dirty="0">
                <a:latin typeface="Times New Roman"/>
                <a:cs typeface="Times New Roman"/>
              </a:rPr>
              <a:t>FUTURE SCOPE</a:t>
            </a:r>
          </a:p>
        </p:txBody>
      </p:sp>
      <p:sp>
        <p:nvSpPr>
          <p:cNvPr id="11" name="Rectangle 10">
            <a:extLst>
              <a:ext uri="{FF2B5EF4-FFF2-40B4-BE49-F238E27FC236}">
                <a16:creationId xmlns:a16="http://schemas.microsoft.com/office/drawing/2014/main" id="{2062E862-C7F7-4CA1-B929-D0B75F5E9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5680"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C97CE18-37AD-93BB-817F-4D53AF57C9A6}"/>
              </a:ext>
            </a:extLst>
          </p:cNvPr>
          <p:cNvGraphicFramePr>
            <a:graphicFrameLocks noGrp="1"/>
          </p:cNvGraphicFramePr>
          <p:nvPr>
            <p:ph idx="1"/>
            <p:extLst>
              <p:ext uri="{D42A27DB-BD31-4B8C-83A1-F6EECF244321}">
                <p14:modId xmlns:p14="http://schemas.microsoft.com/office/powerpoint/2010/main" val="987940736"/>
              </p:ext>
            </p:extLst>
          </p:nvPr>
        </p:nvGraphicFramePr>
        <p:xfrm>
          <a:off x="520700" y="1894542"/>
          <a:ext cx="11145745" cy="44506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92180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12603-C7B8-B1F4-1F3D-95B326CEEB27}"/>
              </a:ext>
            </a:extLst>
          </p:cNvPr>
          <p:cNvSpPr>
            <a:spLocks noGrp="1"/>
          </p:cNvSpPr>
          <p:nvPr>
            <p:ph type="title"/>
          </p:nvPr>
        </p:nvSpPr>
        <p:spPr/>
        <p:txBody>
          <a:bodyPr/>
          <a:lstStyle/>
          <a:p>
            <a:r>
              <a:rPr lang="en-US" dirty="0">
                <a:latin typeface="Times New Roman"/>
                <a:cs typeface="Times New Roman"/>
              </a:rPr>
              <a:t>CONCLUSION</a:t>
            </a:r>
          </a:p>
        </p:txBody>
      </p:sp>
      <p:sp>
        <p:nvSpPr>
          <p:cNvPr id="5" name="Rectangle 2">
            <a:extLst>
              <a:ext uri="{FF2B5EF4-FFF2-40B4-BE49-F238E27FC236}">
                <a16:creationId xmlns:a16="http://schemas.microsoft.com/office/drawing/2014/main" id="{C9740458-C944-8D04-954A-7941EFCC06E1}"/>
              </a:ext>
            </a:extLst>
          </p:cNvPr>
          <p:cNvSpPr>
            <a:spLocks noGrp="1" noChangeArrowheads="1"/>
          </p:cNvSpPr>
          <p:nvPr>
            <p:ph idx="1"/>
          </p:nvPr>
        </p:nvSpPr>
        <p:spPr bwMode="auto">
          <a:xfrm>
            <a:off x="601982" y="2142322"/>
            <a:ext cx="1115568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shows how full stack development and data analysis can be combined to build a wind energy performance system. The website and dashboards help admin and users view plant details, costs, and other important information in a clear way. By analyzing the dataset, the system helps in better monitoring and understanding of wind energy data. Even though the data is limited and not real-time, the project creates a strong base for future profit analysis, real-time tracking, and better decision-making. Overall, </a:t>
            </a:r>
            <a:r>
              <a:rPr kumimoji="0" lang="en-US" altLang="en-US" sz="20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the project shows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data analysis and web technology can help manage renewable energy resources effectively.</a:t>
            </a:r>
          </a:p>
        </p:txBody>
      </p:sp>
    </p:spTree>
    <p:extLst>
      <p:ext uri="{BB962C8B-B14F-4D97-AF65-F5344CB8AC3E}">
        <p14:creationId xmlns:p14="http://schemas.microsoft.com/office/powerpoint/2010/main" val="2117883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2AD41-04E3-4F74-3639-F120765F45F8}"/>
              </a:ext>
            </a:extLst>
          </p:cNvPr>
          <p:cNvSpPr>
            <a:spLocks noGrp="1"/>
          </p:cNvSpPr>
          <p:nvPr>
            <p:ph type="title"/>
          </p:nvPr>
        </p:nvSpPr>
        <p:spPr>
          <a:xfrm>
            <a:off x="521208" y="978408"/>
            <a:ext cx="11164824" cy="678270"/>
          </a:xfrm>
        </p:spPr>
        <p:txBody>
          <a:bodyPr>
            <a:normAutofit/>
          </a:bodyPr>
          <a:lstStyle/>
          <a:p>
            <a:r>
              <a:rPr lang="en-US" sz="3200" dirty="0">
                <a:latin typeface="Times New Roman"/>
                <a:cs typeface="Times New Roman"/>
              </a:rPr>
              <a:t>DONE BY:</a:t>
            </a:r>
          </a:p>
        </p:txBody>
      </p:sp>
      <p:sp>
        <p:nvSpPr>
          <p:cNvPr id="3" name="Text Placeholder 2">
            <a:extLst>
              <a:ext uri="{FF2B5EF4-FFF2-40B4-BE49-F238E27FC236}">
                <a16:creationId xmlns:a16="http://schemas.microsoft.com/office/drawing/2014/main" id="{0F626BA5-CEBD-0369-82BD-FB65CD92F987}"/>
              </a:ext>
            </a:extLst>
          </p:cNvPr>
          <p:cNvSpPr>
            <a:spLocks noGrp="1"/>
          </p:cNvSpPr>
          <p:nvPr>
            <p:ph type="body" idx="1"/>
          </p:nvPr>
        </p:nvSpPr>
        <p:spPr>
          <a:xfrm>
            <a:off x="521208" y="1657306"/>
            <a:ext cx="5166360" cy="691985"/>
          </a:xfrm>
        </p:spPr>
        <p:txBody>
          <a:bodyPr>
            <a:normAutofit/>
          </a:bodyPr>
          <a:lstStyle/>
          <a:p>
            <a:r>
              <a:rPr lang="en-US" i="0" u="sng" dirty="0">
                <a:latin typeface="Times New Roman"/>
                <a:cs typeface="Times New Roman"/>
              </a:rPr>
              <a:t>DATA SCIENCE TEAM</a:t>
            </a:r>
          </a:p>
        </p:txBody>
      </p:sp>
      <p:sp>
        <p:nvSpPr>
          <p:cNvPr id="4" name="Content Placeholder 3">
            <a:extLst>
              <a:ext uri="{FF2B5EF4-FFF2-40B4-BE49-F238E27FC236}">
                <a16:creationId xmlns:a16="http://schemas.microsoft.com/office/drawing/2014/main" id="{16CE67BB-DA07-4616-717F-809DD338EEDC}"/>
              </a:ext>
            </a:extLst>
          </p:cNvPr>
          <p:cNvSpPr>
            <a:spLocks noGrp="1"/>
          </p:cNvSpPr>
          <p:nvPr>
            <p:ph sz="half" idx="2"/>
          </p:nvPr>
        </p:nvSpPr>
        <p:spPr>
          <a:xfrm>
            <a:off x="521208" y="2497926"/>
            <a:ext cx="5166360" cy="3848010"/>
          </a:xfrm>
        </p:spPr>
        <p:txBody>
          <a:bodyPr vert="horz" lIns="91440" tIns="45720" rIns="91440" bIns="45720" rtlCol="0" anchor="t">
            <a:normAutofit/>
          </a:bodyPr>
          <a:lstStyle/>
          <a:p>
            <a:r>
              <a:rPr lang="en-US" sz="2000" dirty="0">
                <a:latin typeface="Times New Roman"/>
                <a:cs typeface="Times New Roman"/>
              </a:rPr>
              <a:t>K. Lalitha</a:t>
            </a:r>
          </a:p>
          <a:p>
            <a:r>
              <a:rPr lang="en-US" sz="2000" dirty="0">
                <a:latin typeface="Times New Roman"/>
                <a:cs typeface="Times New Roman"/>
              </a:rPr>
              <a:t>U. Raj Kumar</a:t>
            </a:r>
          </a:p>
          <a:p>
            <a:r>
              <a:rPr lang="en-US" sz="2000" dirty="0">
                <a:latin typeface="Times New Roman"/>
                <a:cs typeface="Times New Roman"/>
              </a:rPr>
              <a:t>M. V. Satya Hemanth</a:t>
            </a:r>
          </a:p>
          <a:p>
            <a:r>
              <a:rPr lang="en-US" sz="2000" dirty="0">
                <a:latin typeface="Times New Roman"/>
                <a:cs typeface="Times New Roman"/>
              </a:rPr>
              <a:t>Sachin Sanap</a:t>
            </a:r>
          </a:p>
          <a:p>
            <a:r>
              <a:rPr lang="en-US" sz="2000" dirty="0">
                <a:latin typeface="Times New Roman"/>
                <a:cs typeface="Times New Roman"/>
              </a:rPr>
              <a:t>Lakshmi Deepika</a:t>
            </a:r>
          </a:p>
        </p:txBody>
      </p:sp>
      <p:sp>
        <p:nvSpPr>
          <p:cNvPr id="5" name="Text Placeholder 4">
            <a:extLst>
              <a:ext uri="{FF2B5EF4-FFF2-40B4-BE49-F238E27FC236}">
                <a16:creationId xmlns:a16="http://schemas.microsoft.com/office/drawing/2014/main" id="{E6AB1E4C-940A-60F1-D0B0-A309267604FD}"/>
              </a:ext>
            </a:extLst>
          </p:cNvPr>
          <p:cNvSpPr>
            <a:spLocks noGrp="1"/>
          </p:cNvSpPr>
          <p:nvPr>
            <p:ph type="body" sz="quarter" idx="3"/>
          </p:nvPr>
        </p:nvSpPr>
        <p:spPr>
          <a:xfrm>
            <a:off x="4525025" y="1657306"/>
            <a:ext cx="4146625" cy="691985"/>
          </a:xfrm>
        </p:spPr>
        <p:txBody>
          <a:bodyPr/>
          <a:lstStyle/>
          <a:p>
            <a:r>
              <a:rPr lang="en-US" i="0" u="sng" dirty="0">
                <a:latin typeface="Times New Roman"/>
                <a:cs typeface="Times New Roman"/>
              </a:rPr>
              <a:t>FULLSTACK TEAM</a:t>
            </a:r>
          </a:p>
        </p:txBody>
      </p:sp>
      <p:sp>
        <p:nvSpPr>
          <p:cNvPr id="6" name="Content Placeholder 5">
            <a:extLst>
              <a:ext uri="{FF2B5EF4-FFF2-40B4-BE49-F238E27FC236}">
                <a16:creationId xmlns:a16="http://schemas.microsoft.com/office/drawing/2014/main" id="{573C5C14-A7F9-DC21-F099-66F9F5A70519}"/>
              </a:ext>
            </a:extLst>
          </p:cNvPr>
          <p:cNvSpPr>
            <a:spLocks noGrp="1"/>
          </p:cNvSpPr>
          <p:nvPr>
            <p:ph sz="quarter" idx="4"/>
          </p:nvPr>
        </p:nvSpPr>
        <p:spPr>
          <a:xfrm>
            <a:off x="4525024" y="2497926"/>
            <a:ext cx="2835539" cy="3848010"/>
          </a:xfrm>
        </p:spPr>
        <p:txBody>
          <a:bodyPr vert="horz" lIns="91440" tIns="45720" rIns="91440" bIns="45720" rtlCol="0" anchor="t">
            <a:normAutofit/>
          </a:bodyPr>
          <a:lstStyle/>
          <a:p>
            <a:r>
              <a:rPr lang="en-US" sz="2000" dirty="0">
                <a:latin typeface="Times New Roman"/>
                <a:cs typeface="Times New Roman"/>
              </a:rPr>
              <a:t>Rama Krishna</a:t>
            </a:r>
          </a:p>
          <a:p>
            <a:r>
              <a:rPr lang="en-US" sz="2000" dirty="0">
                <a:latin typeface="Times New Roman"/>
                <a:cs typeface="Times New Roman"/>
              </a:rPr>
              <a:t>Deepthi</a:t>
            </a:r>
          </a:p>
        </p:txBody>
      </p:sp>
      <p:pic>
        <p:nvPicPr>
          <p:cNvPr id="8" name="Picture 7" descr="A group of people holding a person on a platform&#10;&#10;AI-generated content may be incorrect.">
            <a:extLst>
              <a:ext uri="{FF2B5EF4-FFF2-40B4-BE49-F238E27FC236}">
                <a16:creationId xmlns:a16="http://schemas.microsoft.com/office/drawing/2014/main" id="{28676735-3D5D-C0DB-4940-C6B4E9E9392D}"/>
              </a:ext>
            </a:extLst>
          </p:cNvPr>
          <p:cNvPicPr>
            <a:picLocks noChangeAspect="1"/>
          </p:cNvPicPr>
          <p:nvPr/>
        </p:nvPicPr>
        <p:blipFill>
          <a:blip r:embed="rId2"/>
          <a:stretch>
            <a:fillRect/>
          </a:stretch>
        </p:blipFill>
        <p:spPr>
          <a:xfrm>
            <a:off x="7314919" y="971830"/>
            <a:ext cx="4375338" cy="5373781"/>
          </a:xfrm>
          <a:prstGeom prst="rect">
            <a:avLst/>
          </a:prstGeom>
        </p:spPr>
      </p:pic>
    </p:spTree>
    <p:extLst>
      <p:ext uri="{BB962C8B-B14F-4D97-AF65-F5344CB8AC3E}">
        <p14:creationId xmlns:p14="http://schemas.microsoft.com/office/powerpoint/2010/main" val="4102328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orange watercolor background&#10;&#10;AI-generated content may be incorrect.">
            <a:extLst>
              <a:ext uri="{FF2B5EF4-FFF2-40B4-BE49-F238E27FC236}">
                <a16:creationId xmlns:a16="http://schemas.microsoft.com/office/drawing/2014/main" id="{B6ED19E7-31A4-D6CD-9415-9120A9DDC718}"/>
              </a:ext>
            </a:extLst>
          </p:cNvPr>
          <p:cNvPicPr>
            <a:picLocks noChangeAspect="1"/>
          </p:cNvPicPr>
          <p:nvPr/>
        </p:nvPicPr>
        <p:blipFill>
          <a:blip r:embed="rId2"/>
          <a:stretch>
            <a:fillRect/>
          </a:stretch>
        </p:blipFill>
        <p:spPr>
          <a:xfrm>
            <a:off x="3721" y="0"/>
            <a:ext cx="12184559" cy="6858000"/>
          </a:xfrm>
          <a:prstGeom prst="rect">
            <a:avLst/>
          </a:prstGeom>
        </p:spPr>
      </p:pic>
    </p:spTree>
    <p:extLst>
      <p:ext uri="{BB962C8B-B14F-4D97-AF65-F5344CB8AC3E}">
        <p14:creationId xmlns:p14="http://schemas.microsoft.com/office/powerpoint/2010/main" val="1545806486"/>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98</TotalTime>
  <Words>797</Words>
  <Application>Microsoft Office PowerPoint</Application>
  <PresentationFormat>Widescreen</PresentationFormat>
  <Paragraphs>77</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Bierstadt</vt:lpstr>
      <vt:lpstr>Calibri</vt:lpstr>
      <vt:lpstr>Neue Haas Grotesk Text Pro</vt:lpstr>
      <vt:lpstr>Times New Roman</vt:lpstr>
      <vt:lpstr>GestaltVTI</vt:lpstr>
      <vt:lpstr> SKY VOLT   WIND ENERGY PERFORMANCE ANALYTICS SYSTEM  MENTOR : Anusha Vuggu   </vt:lpstr>
      <vt:lpstr>OVERVIEW</vt:lpstr>
      <vt:lpstr>OBJECTIVE</vt:lpstr>
      <vt:lpstr>TECH STACK</vt:lpstr>
      <vt:lpstr>FULL STACK</vt:lpstr>
      <vt:lpstr>DATA SCIENCE</vt:lpstr>
      <vt:lpstr>FULL STACK AND DATA SCIENCE INTEGRATION</vt:lpstr>
      <vt:lpstr>HOME PAGE</vt:lpstr>
      <vt:lpstr>ADMIN DASHBOARD </vt:lpstr>
      <vt:lpstr>USER DASHBOARD </vt:lpstr>
      <vt:lpstr>WORKFLOW</vt:lpstr>
      <vt:lpstr>LIMITATIONS</vt:lpstr>
      <vt:lpstr>FUTURE SCOPE</vt:lpstr>
      <vt:lpstr>CONCLUSION</vt:lpstr>
      <vt:lpstr>DONE BY: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sachin sanap</dc:creator>
  <cp:lastModifiedBy>sachin sanap</cp:lastModifiedBy>
  <cp:revision>416</cp:revision>
  <dcterms:created xsi:type="dcterms:W3CDTF">2026-01-04T07:38:17Z</dcterms:created>
  <dcterms:modified xsi:type="dcterms:W3CDTF">2026-01-27T09:15:06Z</dcterms:modified>
</cp:coreProperties>
</file>